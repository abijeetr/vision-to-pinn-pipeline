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10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1041 6 9830 0 0,'-1'1'28'0'0,"1"1"0"0"0,-1-1-1 0 0,0 0 1 0 0,1 0 0 0 0,-1 0 0 0 0,0 0-1 0 0,0-1 1 0 0,0 1 0 0 0,0 0 0 0 0,0 0-1 0 0,0 0 1 0 0,0-1 0 0 0,0 1 0 0 0,-2 0-1 0 0,1 0 8 0 0,1 0-1 0 0,-1 0 1 0 0,1 0-1 0 0,-1 0 0 0 0,1 0 1 0 0,-1 0-1 0 0,1 0 1 0 0,0 0-1 0 0,-1 1 0 0 0,1-1 1 0 0,0 0-1 0 0,0 1 1 0 0,0-1-1 0 0,-1 3 0 0 0,-27 75 1332 0 0,26-75-1245 0 0,-1 0 0 0 0,1 0 1 0 0,-1 0-1 0 0,1-1 0 0 0,-1 0 1 0 0,0 1-1 0 0,0-2 1 0 0,-5 4-1 0 0,8-6-116 0 0,1 0 1 0 0,0 0-1 0 0,0 0 0 0 0,-1 0 1 0 0,1 0-1 0 0,0 0 0 0 0,0 0 1 0 0,-1 0-1 0 0,1 0 0 0 0,0 0 1 0 0,-1 0-1 0 0,1 0 1 0 0,0 0-1 0 0,0 0 0 0 0,-1 0 1 0 0,1 0-1 0 0,0 0 0 0 0,0 0 1 0 0,0 0-1 0 0,-1-1 0 0 0,1 1 1 0 0,0 0-1 0 0,0 0 0 0 0,0 0 1 0 0,-1 0-1 0 0,1-1 0 0 0,0 1 1 0 0,0 0-1 0 0,0 0 1 0 0,0 0-1 0 0,-1-1 0 0 0,1 1 1 0 0,0 0-1 0 0,0 0 0 0 0,0-1 1 0 0,0 1-1 0 0,0 0 0 0 0,0 0 1 0 0,0-1-1 0 0,0 1 0 0 0,0 0 1 0 0,0 0-1 0 0,0-1 0 0 0,0 1 1 0 0,0 0-1 0 0,0 0 1 0 0,0-1-1 0 0,0 1 0 0 0,0 0 1 0 0,0-1-1 0 0,1-12 268 0 0,2 9-229 0 0,0 0 1 0 0,-1 0-1 0 0,1-1 0 0 0,-1 1 1 0 0,-1-1-1 0 0,3-5 1 0 0,2-7 74 0 0,-5 14-88 0 0,1 0-40 0 0,0 0 0 0 0,-1-1 0 0 0,0 1 0 0 0,1 0-1 0 0,-1-1 1 0 0,-1 1 0 0 0,1-1 0 0 0,0 1-1 0 0,-1-1 1 0 0,0 1 0 0 0,1-1 0 0 0,-1 0-1 0 0,-1 1 1 0 0,1-1 0 0 0,-1 1 0 0 0,1-1 0 0 0,-3-6-1 0 0,2 10 15 0 0,-1 0 0 0 0,1 0 0 0 0,-1 0 0 0 0,1 0-1 0 0,0 0 1 0 0,-1 0 0 0 0,1 0 0 0 0,-1 0 0 0 0,1 0-1 0 0,-1 1 1 0 0,1-1 0 0 0,0 0 0 0 0,-1 1 0 0 0,1-1-1 0 0,0 1 1 0 0,-1 0 0 0 0,-1 1 0 0 0,-26 6 444 0 0,-3-9 194 0 0,-39-8-1 0 0,-19-1 315 0 0,30 10 335 0 0,-108 13 1 0 0,-58 26 1252 0 0,200-34-2164 0 0,0 1-1 0 0,1 1 0 0 0,0 1 1 0 0,1 1-1 0 0,0 2 0 0 0,-31 17 1 0 0,51-25-320 0 0,1 0 0 0 0,-1 0 0 0 0,1 0 1 0 0,-1 1-1 0 0,1-1 0 0 0,0 1 0 0 0,1 0 1 0 0,-1 0-1 0 0,1 0 0 0 0,-1 0 0 0 0,1 0 1 0 0,0 0-1 0 0,1 1 0 0 0,-1-1 0 0 0,1 1 0 0 0,0-1 1 0 0,0 1-1 0 0,0 0 0 0 0,0-1 0 0 0,1 1 1 0 0,0 0-1 0 0,1 6 0 0 0,1 11-11 0 0,1 0 1 0 0,1 0-1 0 0,10 35 0 0 0,0-3-77 0 0,-5-7 27 0 0,-3 0 0 0 0,-2 0 0 0 0,-2 1 0 0 0,-1 0 0 0 0,-10 68 0 0 0,-19 366 0 0 0,31-151 0 0 0,-10-63 0 0 0,2-120 0 0 0,-17 473 0 0 0,21-588 0 0 0,4 710 0 0 0,11-445 0 0 0,18 200 0 0 0,-25-349 0 0 0,-2-132 0 0 0,-5-17 0 0 0,0 0 0 0 0,0 0 0 0 0,0 1 0 0 0,0-1 0 0 0,1 0 0 0 0,-1 0 0 0 0,0 0 0 0 0,0 0 0 0 0,0 1 0 0 0,0-1 0 0 0,1 0 0 0 0,-1 0 0 0 0,0 0 0 0 0,0 0 0 0 0,0 0 0 0 0,1 0 0 0 0,-1 0 0 0 0,0 0 0 0 0,0 0 0 0 0,1 0 0 0 0,-1 0 0 0 0,0 0 0 0 0,0 0 0 0 0,0 0 0 0 0,1 0 0 0 0,-1 0 0 0 0,0 0 0 0 0,0 0 0 0 0,1 0 0 0 0,-1 0 0 0 0,0 0 0 0 0,0 0 0 0 0,0 0 0 0 0,1 0 0 0 0,-1 0 0 0 0,19-23 0 0 0,-6 6 0 0 0,1 6 0 0 0,-1 0 0 0 0,1 0 0 0 0,1 2 0 0 0,0 0 0 0 0,0 0 0 0 0,1 2 0 0 0,0 0 0 0 0,0 0 0 0 0,1 2 0 0 0,0 0 0 0 0,21-3 0 0 0,-2 2 0 0 0,0 2 0 0 0,-1 1 0 0 0,1 1 0 0 0,53 6 0 0 0,-69-2 0 0 0,0 1 0 0 0,31 10 0 0 0,-43-11 0 0 0,0 1 0 0 0,0 0 0 0 0,0 0 0 0 0,0 1 0 0 0,0 0 0 0 0,-1 0 0 0 0,0 1 0 0 0,11 9 0 0 0,-17-12 0 0 0,0 0 0 0 0,0-1 0 0 0,0 1 0 0 0,-1-1 0 0 0,1 1 0 0 0,-1 0 0 0 0,1 0 0 0 0,-1-1 0 0 0,1 1 0 0 0,-1 0 0 0 0,0 0 0 0 0,0 0 0 0 0,0-1 0 0 0,0 1 0 0 0,0 0 0 0 0,-1 0 0 0 0,1-1 0 0 0,0 1 0 0 0,-2 3 0 0 0,-13 38 0 0 0,12-34 0 0 0,0-3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11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0 9830 0 0,'-28'38'1148'0'0,"-4"9"-271"0"0,34-46-838 0 0,0 1 1 0 0,0-1 0 0 0,1 0 0 0 0,-1 1 0 0 0,0-1 0 0 0,1 0-1 0 0,-1-1 1 0 0,1 1 0 0 0,-1 0 0 0 0,1-1 0 0 0,3 1 0 0 0,0 1 255 0 0,45 13 394 0 0,-38-13-432 0 0,-1 1 0 0 0,0 1 0 0 0,-1 0 0 0 0,1 0 0 0 0,-1 1 0 0 0,1 0 0 0 0,-1 1 0 0 0,-1 1 0 0 0,1 0 0 0 0,-1 0 0 0 0,14 14 0 0 0,-20-17-139 0 0,0 1 1 0 0,0-1-1 0 0,-1 1 1 0 0,1 0-1 0 0,-1 0 1 0 0,0 0-1 0 0,-1 0 1 0 0,1 0-1 0 0,-1 1 0 0 0,0-1 1 0 0,0 1-1 0 0,-1-1 1 0 0,0 1-1 0 0,0 0 1 0 0,0 0-1 0 0,-1 0 1 0 0,0 8-1 0 0,-1-7 26 0 0,0 1 0 0 0,-1-1 0 0 0,0 1-1 0 0,0-1 1 0 0,-1 0 0 0 0,0 0 0 0 0,0 0 0 0 0,-1 0 0 0 0,0-1 0 0 0,0 1-1 0 0,-1-1 1 0 0,-9 11 0 0 0,-15 12 633 0 0,-2-1 0 0 0,0-2 0 0 0,-1-1 0 0 0,-2-2 0 0 0,-54 30 0 0 0,39-30 38 0 0,46-22-792 0 0,0 1 1 0 0,-1-1 0 0 0,1 0 0 0 0,0-1 0 0 0,0 1 0 0 0,-1-1 0 0 0,1 1-1 0 0,-1-1 1 0 0,1 0 0 0 0,0 0 0 0 0,-1 0 0 0 0,1-1 0 0 0,-6-1 0 0 0,8 2-24 0 0,1 0 0 0 0,-1-1 0 0 0,1 1 0 0 0,-1-1 0 0 0,1 1 0 0 0,-1-1 0 0 0,1 1 0 0 0,-1-1 0 0 0,1 1 0 0 0,0-1 0 0 0,-1 1 0 0 0,1-1 0 0 0,0 1 0 0 0,0-1 0 0 0,-1 0 0 0 0,1 1 0 0 0,0-1 0 0 0,0 1 0 0 0,0-1 0 0 0,0 0 0 0 0,0 1 0 0 0,0-1 0 0 0,0 0 0 0 0,0 1 0 0 0,0-1 0 0 0,0 1 0 0 0,0-1 0 0 0,0 0 0 0 0,0 1 0 0 0,1-1 0 0 0,-1 1 0 0 0,0-2 0 0 0,2-2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4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9830 0 0,'0'0'18'0'0,"0"1"-1"0"0,0 0 0 0 0,0-1 1 0 0,-1 1-1 0 0,1-1 1 0 0,0 1-1 0 0,0-1 1 0 0,0 1-1 0 0,0-1 1 0 0,0 1-1 0 0,0-1 0 0 0,0 1 1 0 0,0-1-1 0 0,1 1 1 0 0,-1-1-1 0 0,0 1 1 0 0,0-1-1 0 0,0 1 1 0 0,0-1-1 0 0,1 1 0 0 0,-1-1 1 0 0,0 1-1 0 0,1-1 1 0 0,-1 1-1 0 0,0-1 1 0 0,1 1-1 0 0,-1-1 1 0 0,0 0-1 0 0,1 1 0 0 0,-1-1 1 0 0,1 0-1 0 0,-1 1 1 0 0,1-1-1 0 0,-1 0 1 0 0,1 0-1 0 0,-1 1 1 0 0,1-1-1 0 0,-1 0 0 0 0,1 0 1 0 0,-1 0-1 0 0,1 0 1 0 0,-1 0-1 0 0,1 0 1 0 0,-1 0-1 0 0,1 0 1 0 0,-1 0-1 0 0,1 0 0 0 0,-1 0 1 0 0,1 0-1 0 0,0 0 1 0 0,-1 0-1 0 0,1 0 1 0 0,-1 0-1 0 0,1-1 1 0 0,-1 1-1 0 0,1 0 1 0 0,-1 0-1 0 0,0-1 0 0 0,1 1 1 0 0,13-6 27 0 0,-10 6-45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49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9830 0 0,'-1'0'0'0'0,"-4"2"0"0"0,4 1 0 0 0,2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4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9830 0 0,'-2'1'194'0'0,"-15"5"249"0"0,17-6-433 0 0,0 0 1 0 0,-1 1-1 0 0,1-1 1 0 0,0 0 0 0 0,0 0-1 0 0,-1 0 1 0 0,1 0-1 0 0,0 0 1 0 0,-1 0 0 0 0,1 0-1 0 0,0 0 1 0 0,-1 1-1 0 0,1-1 1 0 0,0 0 0 0 0,-1 0-1 0 0,1 0 1 0 0,0-1-1 0 0,-1 1 1 0 0,1 0 0 0 0,0 0-1 0 0,0 0 1 0 0,-1 0-1 0 0,1 0 1 0 0,0 0 0 0 0,-1 0-1 0 0,1 0 1 0 0,0-1-1 0 0,0 1 1 0 0,-1 0 0 0 0,1 0-1 0 0,0 0 1 0 0,0-1-1 0 0,-1 1 1 0 0,1 0 0 0 0,0 0-1 0 0,0-1 1 0 0,0 1-1 0 0,-1 0 1 0 0,1 0 0 0 0,0-1-1 0 0,0 1 1 0 0,0-1-1 0 0,1 1 22 0 0,0 0-1 0 0,0 0 0 0 0,0 0 0 0 0,1 0 1 0 0,-1 0-1 0 0,0 0 0 0 0,0 0 1 0 0,0 0-1 0 0,1 0 0 0 0,-1 0 1 0 0,0 1-1 0 0,0-1 0 0 0,0 1 0 0 0,0-1 1 0 0,2 1-1 0 0,1 2 14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0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9830 0 0,'0'-2'-6'0'0,"0"4"1"0"0,4 9 62 0 0,19 32 891 0 0,-2 0 1 0 0,-2 2 0 0 0,-1 0-1 0 0,-3 0 1 0 0,-2 2-1 0 0,12 79 1 0 0,-25-125-956 0 0,0-1 15 0 0,0 0 0 0 0,1 1 0 0 0,-1-1 0 0 0,0 0 0 0 0,0 1 0 0 0,0-1 0 0 0,0 0 0 0 0,0 0 0 0 0,0 1 0 0 0,0-1 0 0 0,0 0 0 0 0,0 1 0 0 0,0-1 0 0 0,0 0 0 0 0,0 1 0 0 0,0-1 0 0 0,0 0 0 0 0,0 1 0 0 0,0-1 0 0 0,-1 0 0 0 0,1 0 0 0 0,0 1 0 0 0,0-1 0 0 0,0 0 0 0 0,0 0 0 0 0,-1 1 0 0 0,1-1 0 0 0,0 0 0 0 0,0 0 0 0 0,0 1 0 0 0,-1-1 0 0 0,1 0 0 0 0,0 0 0 0 0,-1 1 0 0 0,0-1-8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9830 0 0,'1'0'7'0'0,"-1"0"0"0"0,1 0-1 0 0,-1 0 1 0 0,1 0 0 0 0,-1 0 0 0 0,1 0-1 0 0,-1 0 1 0 0,1 1 0 0 0,-1-1 0 0 0,1 0-1 0 0,-1 0 1 0 0,1 1 0 0 0,-1-1 0 0 0,1 0-1 0 0,-1 0 1 0 0,0 1 0 0 0,1-1 0 0 0,-1 1 0 0 0,0-1-1 0 0,1 0 1 0 0,-1 1 0 0 0,0-1 0 0 0,1 1-1 0 0,-1-1 1 0 0,0 1 0 0 0,0-1 0 0 0,1 1-1 0 0,-1-1 1 0 0,0 1 0 0 0,0-1 0 0 0,0 1-1 0 0,0 0 1 0 0,0 24 492 0 0,-14 22 301 0 0,14-47-798 0 0,-19 55 1031 0 0,10-25-398 0 0,-2 1 0 0 0,-1-2 0 0 0,-1 1 0 0 0,-2-2 0 0 0,-26 40 0 0 0,28-57-370 0 0,13-11-260 0 0,-1 0-1 0 0,1 0 0 0 0,0 0 0 0 0,-1-1 0 0 0,1 1 0 0 0,0 0 1 0 0,0 0-1 0 0,0 0 0 0 0,-1 0 0 0 0,1-1 0 0 0,0 1 1 0 0,0 0-1 0 0,-1 0 0 0 0,1 0 0 0 0,0-1 0 0 0,0 1 1 0 0,0 0-1 0 0,0 0 0 0 0,0-1 0 0 0,-1 1 0 0 0,1 0 0 0 0,0 0 1 0 0,0-1-1 0 0,0 1 0 0 0,0 0 0 0 0,0-1 0 0 0,0 1 1 0 0,0 0-1 0 0,0 0 0 0 0,0-1 0 0 0,0 0 0 0 0,0-2 43 0 0,0 0 0 0 0,0 0-1 0 0,1 0 1 0 0,-1 0 0 0 0,1 0 0 0 0,-1 0-1 0 0,1 1 1 0 0,2-6 0 0 0,0 2-1 0 0,0 0-1 0 0,0 1 1 0 0,0-1 0 0 0,1 1 0 0 0,0 0 0 0 0,0 0 0 0 0,0 1 0 0 0,1-1 0 0 0,-1 1 0 0 0,1 0 0 0 0,0 0 0 0 0,1 0 0 0 0,-1 1 0 0 0,0 0-1 0 0,1 0 1 0 0,0 0 0 0 0,0 1 0 0 0,0 0 0 0 0,0 0 0 0 0,0 0 0 0 0,0 1 0 0 0,0 0 0 0 0,1 0 0 0 0,-1 0 0 0 0,0 1 0 0 0,1 0 0 0 0,-1 0-1 0 0,0 1 1 0 0,1 0 0 0 0,-1 0 0 0 0,0 0 0 0 0,0 1 0 0 0,0 0 0 0 0,0 0 0 0 0,11 5 0 0 0,39 24 599 0 0,-40-22-377 0 0,0 0 0 0 0,0-1 0 0 0,31 10 0 0 0,-42-17-231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0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0 173 9830 0 0,'1'0'9'0'0,"-1"0"0"0"0,0 0 0 0 0,0 0 0 0 0,0 0 0 0 0,0 0 0 0 0,0 0-1 0 0,0 0 1 0 0,0 0 0 0 0,0 0 0 0 0,1 0 0 0 0,-1 0 0 0 0,0 0 0 0 0,0 0 0 0 0,0 0 0 0 0,0 0 0 0 0,0 0 0 0 0,0 1 0 0 0,0-1-1 0 0,0 0 1 0 0,0 0 0 0 0,0 0 0 0 0,1 0 0 0 0,-1 0 0 0 0,0 0 0 0 0,0 0 0 0 0,0 0 0 0 0,0 0 0 0 0,0 0 0 0 0,0 0 0 0 0,0 0-1 0 0,0 1 1 0 0,0-1 0 0 0,0 0 0 0 0,0 0 0 0 0,0 0 0 0 0,0 0 0 0 0,0 0 0 0 0,0 0 0 0 0,0 0 0 0 0,0 0 0 0 0,0 1-1 0 0,0-1 1 0 0,0 0 0 0 0,0 0 0 0 0,0 0 0 0 0,0 0 0 0 0,0 0 0 0 0,0 0 0 0 0,0 0 0 0 0,0 0 0 0 0,0 1 0 0 0,0-1 0 0 0,0 0-1 0 0,0 0 1 0 0,0 0 0 0 0,0 0 0 0 0,11-11 385 0 0,13-17-95 0 0,79-103-500 0 0,-99 124 184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1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9830 0 0,'0'12'230'0'0,"2"-1"0"0"0,-1 1-1 0 0,1 0 1 0 0,1-1 0 0 0,0 0-1 0 0,1 1 1 0 0,0-1 0 0 0,0 0 0 0 0,10 15-1 0 0,5 6 954 0 0,40 48 0 0 0,-56-75-1138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1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9830 0 0,'0'0'9'0'0,"0"1"-1"0"0,0 0 0 0 0,0-1 1 0 0,0 1-1 0 0,0 0 1 0 0,0-1-1 0 0,0 1 1 0 0,0 0-1 0 0,1-1 0 0 0,-1 1 1 0 0,0-1-1 0 0,0 1 1 0 0,1-1-1 0 0,-1 1 1 0 0,1 0-1 0 0,-1-1 0 0 0,0 1 1 0 0,1-1-1 0 0,-1 0 1 0 0,1 1-1 0 0,-1-1 1 0 0,1 1-1 0 0,-1-1 0 0 0,1 0 1 0 0,-1 1-1 0 0,1-1 1 0 0,1 1-1 0 0,21 1 518 0 0,-17-3-359 0 0,1 0-1 0 0,-1-1 0 0 0,1 1 0 0 0,11-6 0 0 0,32-22 763 0 0,-41 22-607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1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9830 0 0,'-30'17'565'0'0,"15"-8"-8"0"0,13-7-350 0 0,7-3-103 0 0,68-15 1101 0 0,-63 13-1159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2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58 9830 0 0,'-1'1'22'0'0,"0"1"0"0"0,1 0 1 0 0,-1-1-1 0 0,0 1 0 0 0,1 0 0 0 0,-1-1 0 0 0,1 1 1 0 0,0 0-1 0 0,0 0 0 0 0,-1 0 0 0 0,1-1 0 0 0,0 1 1 0 0,1 0-1 0 0,-1 3 0 0 0,1-5-9 0 0,-1 1 1 0 0,0-1-1 0 0,0 1 0 0 0,1-1 1 0 0,-1 1-1 0 0,1-1 1 0 0,-1 1-1 0 0,0-1 0 0 0,1 1 1 0 0,-1-1-1 0 0,1 0 0 0 0,-1 1 1 0 0,1-1-1 0 0,-1 0 1 0 0,1 1-1 0 0,-1-1 0 0 0,1 0 1 0 0,0 0-1 0 0,-1 0 0 0 0,1 1 1 0 0,-1-1-1 0 0,1 0 0 0 0,-1 0 1 0 0,1 0-1 0 0,0 0 1 0 0,-1 0-1 0 0,1 0 0 0 0,0 0 1 0 0,3-1 55 0 0,-1 0-1 0 0,0 1 1 0 0,1-1 0 0 0,-1-1 0 0 0,0 1 0 0 0,0 0-1 0 0,0-1 1 0 0,0 0 0 0 0,0 1 0 0 0,0-1 0 0 0,0 0-1 0 0,0-1 1 0 0,3-3 0 0 0,44-53 1192 0 0,-42 49-1273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2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98 9830 0 0,'-28'-25'273'0'0,"40"64"273"0"0,6 8 1087 0 0,49 88-1 0 0,-14-32 378 0 0,-53-102-1994 0 0,1 0-1 0 0,0 0 0 0 0,-1 0 1 0 0,1 1-1 0 0,0-1 0 0 0,-1 0 0 0 0,0 0 1 0 0,1 0-1 0 0,-1 0 0 0 0,0 1 1 0 0,1-1-1 0 0,-1 0 0 0 0,0 0 1 0 0,0 1-1 0 0,0-1 0 0 0,0 0 0 0 0,0 0 1 0 0,-1 3-1 0 0,0-4 1 0 0,1 0 0 0 0,-1 0 0 0 0,0 0-1 0 0,1 0 1 0 0,-1 1 0 0 0,0-1 0 0 0,1 0 0 0 0,-1 0 0 0 0,0-1 0 0 0,1 1-1 0 0,-1 0 1 0 0,0 0 0 0 0,1 0 0 0 0,-1 0 0 0 0,1-1 0 0 0,-1 1-1 0 0,0 0 1 0 0,1 0 0 0 0,-1-1 0 0 0,1 1 0 0 0,-1-1 0 0 0,1 1 0 0 0,-2-1-1 0 0,-39-34 998 0 0,21 12-1086 0 0,0-2-1 0 0,1 0 1 0 0,-28-52 0 0 0,41 64-64 0 0,0 0 0 0 0,0 0 0 0 0,1 0 0 0 0,1 0 0 0 0,1-1 0 0 0,-1 0 0 0 0,2 1 0 0 0,0-1 0 0 0,1 0 0 0 0,0-1 0 0 0,2-14 0 0 0,-1 27 122 0 0,0 0 1 0 0,0-1-1 0 0,1 1 0 0 0,-1-1 1 0 0,1 1-1 0 0,-1 0 0 0 0,1-1 1 0 0,0 1-1 0 0,0 0 0 0 0,0 0 1 0 0,0-1-1 0 0,0 1 0 0 0,1 0 1 0 0,-1 0-1 0 0,1 0 0 0 0,-1 1 1 0 0,1-1-1 0 0,0 0 0 0 0,0 0 1 0 0,0 1-1 0 0,3-3 1 0 0,-2 3 45 0 0,0 0 0 0 0,1 0 1 0 0,-1 0-1 0 0,1 0 0 0 0,-1 1 1 0 0,0-1-1 0 0,1 1 0 0 0,-1 0 1 0 0,1 0-1 0 0,-1 0 0 0 0,1 1 1 0 0,-1-1-1 0 0,6 2 0 0 0,6 2 199 0 0,0 1 1 0 0,-1 1-1 0 0,1 0 0 0 0,-1 1 0 0 0,19 12 0 0 0,12 12 828 0 0,-2 2 0 0 0,77 74 0 0 0,-89-79-350 0 0,-30-26-708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3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18 157 9830 0 0,'-17'25'592'0'0,"16"-16"-392"0"0,16-13 100 0 0,-5-2-203 0 0,0-2 1 0 0,0 1-1 0 0,0-1 0 0 0,-1-1 0 0 0,-1 1 0 0 0,12-16 0 0 0,18-16-198 0 0,41-26 215 0 0,-65 56 220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1 228 9830 0 0,'76'-22'1770'0'0,"0"-4"-559"0"0,-1-5-1 0 0,74-41 0 0 0,-10 2-419 0 0,-127 64-594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4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18 9830 0 0,'-22'21'455'0'0,"21"-20"-414"0"0,0 0 1 0 0,0 0 0 0 0,0 0 0 0 0,0 0 0 0 0,0 0 0 0 0,-1-1 0 0 0,1 1 0 0 0,0 0 0 0 0,0-1 0 0 0,-1 1 0 0 0,1-1 0 0 0,0 1-1 0 0,-1-1 1 0 0,1 1 0 0 0,-1-1 0 0 0,1 0 0 0 0,0 0 0 0 0,-3 0 0 0 0,4 0-25 0 0,0-1 0 0 0,0 0 0 0 0,0 1 0 0 0,0-1 0 0 0,1 1 1 0 0,-1-1-1 0 0,0 1 0 0 0,0-1 0 0 0,0 0 0 0 0,1 1 0 0 0,-1-1 0 0 0,0 1 0 0 0,0-1 0 0 0,1 1 1 0 0,-1-1-1 0 0,0 1 0 0 0,1-1 0 0 0,-1 1 0 0 0,1 0 0 0 0,-1-1 0 0 0,1 1 0 0 0,-1 0 0 0 0,1-1 1 0 0,-1 1-1 0 0,1 0 0 0 0,-1-1 0 0 0,1 1 0 0 0,-1 0 0 0 0,1 0 0 0 0,18-13 471 0 0,-11 9-356 0 0,-1 1 0 0 0,1-1 0 0 0,0 2 0 0 0,0-1 0 0 0,0 1 0 0 0,0 0 1 0 0,0 1-1 0 0,1 0 0 0 0,-1 0 0 0 0,0 0 0 0 0,1 1 0 0 0,10 2 0 0 0,-15-2-65 0 0,-1 1 0 0 0,1-1 0 0 0,-1 1 1 0 0,0 0-1 0 0,1 0 0 0 0,-1 1 0 0 0,0-1 0 0 0,0 0 1 0 0,0 1-1 0 0,0 0 0 0 0,0 0 0 0 0,0 0 0 0 0,-1 0 1 0 0,1 0-1 0 0,-1 1 0 0 0,1-1 0 0 0,-1 1 0 0 0,0-1 1 0 0,0 1-1 0 0,0 0 0 0 0,0 0 0 0 0,0 0 0 0 0,-1 0 1 0 0,1 0-1 0 0,-1 0 0 0 0,0 1 0 0 0,0-1 0 0 0,0 0 1 0 0,-1 1-1 0 0,1-1 0 0 0,0 7 0 0 0,-2 1 176 0 0,0 1 1 0 0,-1-1-1 0 0,0 0 0 0 0,0 0 1 0 0,-1 0-1 0 0,-1 0 0 0 0,0-1 1 0 0,0 1-1 0 0,-1-1 0 0 0,-12 18 1 0 0,-15 40 1130 0 0,32-68-1347 0 0,-1 1 1 0 0,1 0-1 0 0,-1 0 1 0 0,1-1-1 0 0,0 1 1 0 0,-1 0-1 0 0,1 0 1 0 0,0-1-1 0 0,0 1 1 0 0,0 0-1 0 0,0 0 1 0 0,0 0-1 0 0,0 0 1 0 0,0 0-1 0 0,0-1 1 0 0,0 1-1 0 0,0 0 1 0 0,0 0 0 0 0,0 0-1 0 0,0-1 1 0 0,1 1-1 0 0,-1 0 1 0 0,0 0-1 0 0,1 0 1 0 0,-1-1-1 0 0,1 1 1 0 0,0 1-1 0 0,0-2-4 0 0,0 1 0 0 0,0-1 0 0 0,0 0-1 0 0,0 0 1 0 0,0 1 0 0 0,1-1 0 0 0,-1 0 0 0 0,0 0-1 0 0,0 0 1 0 0,0 0 0 0 0,0 0 0 0 0,0 0 0 0 0,1-1-1 0 0,-1 1 1 0 0,0 0 0 0 0,2-1 0 0 0,5-2 136 0 0,0-1 1 0 0,0 1 0 0 0,0-1 0 0 0,7-5-1 0 0,19-17 233 0 0,56-53-1 0 0,-77 67-446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7:55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13 358 9830 0 0,'-7'11'237'0'0,"2"-5"149"0"0,6-21-190 0 0,9-31-167 0 0,-4 17 24 0 0,5-56 0 0 0,-10 61-77 0 0,1 6 0 0 0,-2-1 1 0 0,0 1-1 0 0,0-1 0 0 0,-2 1 0 0 0,0 0 0 0 0,-7-26 0 0 0,28 130 1154 0 0,-15-74-974 0 0,7 20 829 0 0,28 60 1 0 0,-35-84-824 0 0,0-1 0 0 0,1 1 0 0 0,0-1 0 0 0,0 0 0 0 0,1 0 0 0 0,0 0 0 0 0,0-1 0 0 0,0 1 0 0 0,1-2 0 0 0,0 1 0 0 0,0-1 0 0 0,14 8 0 0 0,-19-12-124 0 0,0 0 1 0 0,0 0-1 0 0,0 0 1 0 0,0 0-1 0 0,0-1 1 0 0,1 1-1 0 0,-1-1 1 0 0,0 1-1 0 0,0-1 1 0 0,1 0-1 0 0,-1 0 1 0 0,0 0-1 0 0,1 0 1 0 0,-1 0-1 0 0,0 0 1 0 0,1 0-1 0 0,-1-1 1 0 0,0 0-1 0 0,0 1 1 0 0,0-1 0 0 0,1 0-1 0 0,2-2 1 0 0,-2 1-7 0 0,-1 0 0 0 0,1-1 0 0 0,-1 1 1 0 0,0-1-1 0 0,1 0 0 0 0,-1 1 1 0 0,-1-1-1 0 0,1 0 0 0 0,0-1 1 0 0,-1 1-1 0 0,1 0 0 0 0,-1 0 0 0 0,1-5 1 0 0,2-7-132 0 0,-2 0 0 0 0,0-1 1 0 0,0 1-1 0 0,-1 0 0 0 0,-3-26 0 0 0,-1 12-315 0 0,-3 0-1 0 0,-16-54 0 0 0,13 50 292 0 0,9 31 133 0 0,3 5 19 0 0,9 12 68 0 0,12 22 150 0 0,1 5 491 0 0,2-1-1 0 0,2-1 1 0 0,40 45-1 0 0,-60-76-519 0 0,-4-4-120 0 0,-1 0-1 0 0,1 0 1 0 0,0 0-1 0 0,0-1 1 0 0,0 0-1 0 0,1 0 1 0 0,0 0-1 0 0,-1 0 1 0 0,1-1-1 0 0,10 4 1 0 0,-12-7-98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2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9830 0 0,'1'0'4'0'0,"-1"0"-1"0"0,0 1 0 0 0,0-1 1 0 0,0 0-1 0 0,0 0 1 0 0,-1 1-1 0 0,1-1 0 0 0,0 0 1 0 0,0 0-1 0 0,0 1 1 0 0,0-1-1 0 0,0 0 0 0 0,0 0 1 0 0,0 1-1 0 0,0-1 1 0 0,0 0-1 0 0,-1 0 0 0 0,1 0 1 0 0,0 1-1 0 0,0-1 1 0 0,0 0-1 0 0,0 0 0 0 0,-1 0 1 0 0,1 0-1 0 0,0 1 1 0 0,0-1-1 0 0,0 0 0 0 0,-1 0 1 0 0,1 0-1 0 0,0 0 1 0 0,0 0-1 0 0,-1 0 1 0 0,1 0-1 0 0,0 0 0 0 0,0 1 1 0 0,-1-1-1 0 0,1 0 1 0 0,0 0-1 0 0,0 0 0 0 0,-1 0 1 0 0,1 0-1 0 0,0 0 1 0 0,0-1-1 0 0,-1 1 0 0 0,1 0 1 0 0,0 0-1 0 0,0 0 1 0 0,-1 0-1 0 0,1 0 0 0 0,0 0 1 0 0,0 0-1 0 0,-1 0 1 0 0,1-1-1 0 0,0 1 0 0 0,0 0 1 0 0,0 0-1 0 0,-1 0 1 0 0,1 0-1 0 0,0-1 0 0 0,0 1 1 0 0,0 0-1 0 0,0 0 1 0 0,0 0-1 0 0,-1-1 0 0 0,1 1 1 0 0,0 0-1 0 0,0 0 1 0 0,0-1-1 0 0,1 18 349 0 0,-1-17-328 0 0,16 37 891 0 0,2-1 0 0 0,2 0 1 0 0,1-1-1 0 0,1-2 0 0 0,42 48 1 0 0,150 136 3794 0 0,-97-105-2452 0 0,102 92 1055 0 0,-104-111-3313 0 0,138 145 0 0 0,-180-160 0 0 0,156 129 0 0 0,-181-168 0 0 0,-1 2 0 0 0,67 75 0 0 0,-70-69 0 0 0,-41-44 0 0 0,1 0 0 0 0,-1 1 0 0 0,1-2 0 0 0,0 1 0 0 0,0 0 0 0 0,0-1 0 0 0,1 0 0 0 0,-1 0 0 0 0,1 0 0 0 0,8 3 0 0 0,2-6 0 0 0,-13-1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0:18:27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2249 10226,'-131'-2249'0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31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1579 9830 0 0,'10'-188'0'0'0,"-2"58"0"0"0,0 23 0 0 0,34-174 0 0 0,-30 217 0 0 0,3-16 0 0 0,29-87 0 0 0,-35 141 0 0 0,1 0 0 0 0,1 1 0 0 0,1 0 0 0 0,2 1 0 0 0,0 0 0 0 0,2 1 0 0 0,22-26 0 0 0,2 8 613 0 0,1 1 0 0 0,2 2 0 0 0,2 1 0 0 0,77-46 1 0 0,-97 67-100 0 0,-1 2 0 0 0,2 1 0 0 0,0 1 1 0 0,1 1-1 0 0,51-13 0 0 0,-62 20-273 0 0,1 2 0 0 0,-1-1 0 0 0,1 2 0 0 0,-1 1 0 0 0,1 0 1 0 0,0 1-1 0 0,-1 0 0 0 0,1 1 0 0 0,-1 1 0 0 0,1 1 0 0 0,22 9 0 0 0,20 8 802 0 0,-1 4 0 0 0,-2 1 1 0 0,0 4-1 0 0,-2 1 0 0 0,69 54 0 0 0,-86-56-889 0 0,-2 1 1 0 0,-1 1-1 0 0,-2 2 1 0 0,-1 1-1 0 0,-2 2 0 0 0,37 58 1 0 0,-31-36-155 0 0,141 251 0 0 0,-140-238 0 0 0,-4 2 0 0 0,35 109 0 0 0,-17 37 0 0 0,6 16 0 0 0,-35-154 0 0 0,14 130 0 0 0,-19-100 0 0 0,-10-68 0 0 0,-2 0 0 0 0,-2 0 0 0 0,-2 0 0 0 0,-10 75 0 0 0,-5-33 0 0 0,-33 114 0 0 0,36-159 0 0 0,-2 0 0 0 0,-1-1 0 0 0,-2 0 0 0 0,-2-2 0 0 0,-42 66 0 0 0,-30 46 0 0 0,66-113 0 0 0,13-22 0 0 0,2 2 0 0 0,-11 17 0 0 0,14-23 0 0 0,6-8 0 0 0,-1-1 0 0 0,1 0 0 0 0,0 1 0 0 0,0-1 0 0 0,0 1 0 0 0,0-1 0 0 0,0 1 0 0 0,0 0 0 0 0,1-1 0 0 0,-1 1 0 0 0,0 0 0 0 0,1-1 0 0 0,-1 3 0 0 0,9-22 0 0 0,0-4 0 0 0,-8 20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12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3884 9830 0 0,'0'0'8'0'0,"-1"1"0"0"0,1-1 0 0 0,0 0-1 0 0,-1 0 1 0 0,1 0 0 0 0,0 1 0 0 0,-1-1 0 0 0,1 0-1 0 0,-1 0 1 0 0,1 0 0 0 0,0 0 0 0 0,-1 0 0 0 0,1 0 0 0 0,-1 0-1 0 0,1 0 1 0 0,0 0 0 0 0,-1 0 0 0 0,1 0 0 0 0,-1 0-1 0 0,1 0 1 0 0,0 0 0 0 0,-1 0 0 0 0,1 0 0 0 0,-1 0 0 0 0,1-1-1 0 0,0 1 1 0 0,-1 0 0 0 0,1 0 0 0 0,0 0 0 0 0,-1-1-1 0 0,1 1 1 0 0,0 0 0 0 0,-1-1 0 0 0,1 1 0 0 0,0 0-1 0 0,0-1 1 0 0,-1 1 0 0 0,1-1 0 0 0,3-18 180 0 0,17-19-154 0 0,-19 38-37 0 0,111-151-102 0 0,-25 38 34 0 0,117-196-77 0 0,57-80-52 0 0,-78 145 200 0 0,233-330 0 0 0,-59 111 0 0 0,-279 368 0 0 0,399-459 0 0 0,39 37 0 0 0,-237 287 580 0 0,-208 174-514 0 0,99-66 3384 0 0,-167 121-3417 0 0,-1 0 0 0 0,0 0 0 0 0,1 0 0 0 0,-1 1 0 0 0,0-1 0 0 0,1 1 0 0 0,-1-1 0 0 0,1 1 0 0 0,-1 0-1 0 0,1 0 1 0 0,0 0 0 0 0,-1 0 0 0 0,1 0 0 0 0,-1 1 0 0 0,1-1 0 0 0,-1 1 0 0 0,0-1 0 0 0,1 1 0 0 0,-1 0-1 0 0,0 0 1 0 0,4 2 0 0 0,7 4 395 0 0,-2 1 1 0 0,22 17-1 0 0,3 0 101 0 0,-10-17 52 0 0,-25-8-569 0 0,-1 0-1 0 0,1 0 0 0 0,-1 0 0 0 0,1 0 1 0 0,0 0-1 0 0,-1 0 0 0 0,1 0 1 0 0,0 0-1 0 0,-1 0 0 0 0,1-1 1 0 0,-1 1-1 0 0,1 0 0 0 0,0 0 0 0 0,-1-1 1 0 0,1 1-1 0 0,-1 0 0 0 0,1-1 1 0 0,-1 1-1 0 0,1 0 0 0 0,-1-1 0 0 0,1 1 1 0 0,-1-1-1 0 0,0 1 0 0 0,1-1 1 0 0,-1 1-1 0 0,1-1 0 0 0,-1 1 1 0 0,0-1-1 0 0,0 1 0 0 0,1-1 0 0 0,-1 0 1 0 0,0 1-1 0 0,0-1 0 0 0,0 1 1 0 0,1-1-1 0 0,-1 0 0 0 0,0 1 1 0 0,0-1-1 0 0,0-1 0 0 0,-7 8 32 0 0,4-2 172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13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9830 0 0,'-7'19'473'0'0,"6"-19"-453"0"0,1 1 0 0 0,-1 0 0 0 0,1-1 1 0 0,-1 1-1 0 0,1 0 0 0 0,0 0 0 0 0,-1 0 0 0 0,1-1 0 0 0,0 1 1 0 0,0 0-1 0 0,-1 0 0 0 0,1 0 0 0 0,0-1 0 0 0,0 1 0 0 0,0 0 1 0 0,0 0-1 0 0,0 0 0 0 0,0 0 0 0 0,0 0 0 0 0,0-1 0 0 0,0 1 1 0 0,1 0-1 0 0,-1 0 0 0 0,0 0 0 0 0,1 0 0 0 0,-1-1 0 0 0,0 1 1 0 0,1 0-1 0 0,-1 0 0 0 0,1-1 0 0 0,-1 1 0 0 0,1 0 0 0 0,-1-1 1 0 0,1 1-1 0 0,-1-1 0 0 0,1 1 0 0 0,0 0 0 0 0,0-1 0 0 0,-1 0 1 0 0,1 1-1 0 0,1 0 0 0 0,15 12 549 0 0,1 0 1 0 0,0-1-1 0 0,37 17 0 0 0,-28-15 171 0 0,28 18-1 0 0,368 273 6960 0 0,-291-212-5250 0 0,-29-19-1869 0 0,163 89 0 0 0,-108-87-580 0 0,195 63 0 0 0,177 21 0 0 0,-501-152 0 0 0,275 64 0 0 0,-276-67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14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2789 9830 0 0,'0'-1'1'0'0,"-1"-1"0"0"0,1 1 1 0 0,0-1-1 0 0,0 1 0 0 0,0 0 0 0 0,0-1 0 0 0,0 1 0 0 0,0 0 1 0 0,0-1-1 0 0,1 1 0 0 0,-1 0 0 0 0,0-1 0 0 0,1 1 0 0 0,-1 0 1 0 0,1-1-1 0 0,-1 1 0 0 0,1 0 0 0 0,0 0 0 0 0,-1-1 0 0 0,1 1 1 0 0,0 0-1 0 0,0 0 0 0 0,0 0 0 0 0,0 0 0 0 0,0 0 0 0 0,0 0 1 0 0,0 1-1 0 0,0-1 0 0 0,0 0 0 0 0,1 0 0 0 0,-1 1 0 0 0,0-1 1 0 0,0 1-1 0 0,1-1 0 0 0,-1 1 0 0 0,0 0 0 0 0,1-1 0 0 0,2 1 1 0 0,1-2 95 0 0,1 1 1 0 0,-1 0-1 0 0,1 1 1 0 0,-1-1-1 0 0,1 1 1 0 0,0 0 0 0 0,-1 1-1 0 0,1-1 1 0 0,0 1-1 0 0,-1 0 1 0 0,1 0-1 0 0,-1 1 1 0 0,0 0 0 0 0,10 4-1 0 0,8 5 636 0 0,43 27-1 0 0,-49-27-336 0 0,154 102 2546 0 0,44 27 781 0 0,-53-50-549 0 0,200 81 1 0 0,-243-123-3175 0 0,375 168 0 0 0,-398-160 0 0 0,-69-38 0 0 0,0-1 0 0 0,2-2 0 0 0,40 17 0 0 0,-61-30 0 0 0,0 1 0 0 0,0-1 0 0 0,1 0 0 0 0,-1-1 0 0 0,1 0 0 0 0,15 0 0 0 0,-22-1 0 0 0,1 0 0 0 0,-1 0 0 0 0,0 0 0 0 0,0-1 0 0 0,0 1 0 0 0,0-1 0 0 0,0 0 0 0 0,0 1 0 0 0,0-1 0 0 0,0 0 0 0 0,0 0 0 0 0,0 0 0 0 0,0 0 0 0 0,0-1 0 0 0,0 1 0 0 0,-1 0 0 0 0,1-1 0 0 0,0 1 0 0 0,-1-1 0 0 0,0 0 0 0 0,1 1 0 0 0,-1-1 0 0 0,0 0 0 0 0,0 0 0 0 0,0 0 0 0 0,0 0 0 0 0,0 0 0 0 0,0 0 0 0 0,0 0 0 0 0,-1 0 0 0 0,1-4 0 0 0,-1 5 0 0 0,0 1 0 0 0,0-1 0 0 0,0 0 0 0 0,0 0 0 0 0,0 1 0 0 0,-1-1 0 0 0,1 0 0 0 0,0 1 0 0 0,0-1 0 0 0,-1 0 0 0 0,1 0 0 0 0,0 1 0 0 0,-1-1 0 0 0,1 1 0 0 0,-1-1 0 0 0,1 0 0 0 0,-1 1 0 0 0,1-1 0 0 0,-1 1 0 0 0,1-1 0 0 0,-1 1 0 0 0,0-1 0 0 0,1 1 0 0 0,-1 0 0 0 0,0-1 0 0 0,1 1 0 0 0,-1 0 0 0 0,0-1 0 0 0,0 1 0 0 0,1 0 0 0 0,-1 0 0 0 0,0 0 0 0 0,0 0 0 0 0,1-1 0 0 0,-1 1 0 0 0,0 0 0 0 0,0 0 0 0 0,1 1 0 0 0,-1-1 0 0 0,0 0 0 0 0,0 0 0 0 0,1 0 0 0 0,-1 0 0 0 0,0 1 0 0 0,1-1 0 0 0,-1 0 0 0 0,0 1 0 0 0,1-1 0 0 0,-1 0 0 0 0,0 1 0 0 0,1-1 0 0 0,-1 1 0 0 0,1-1 0 0 0,-1 1 0 0 0,0-1 0 0 0,1 1 0 0 0,-1 1 0 0 0,25-25 0 0 0,70-94-3610 0 0,139-134 1 0 0,-100 112 929 0 0,60-61 260 0 0,103-114-1645 0 0,-82 82 4065 0 0,27-33 0 0 0,-13 12 0 0 0,55-67 0 0 0,1-8 0 0 0,-80 97 0 0 0,21-8 0 0 0,-126 139 0 0 0,93-121 0 0 0,148-195 0 0 0,-333 408 149 0 0,0 1 0 0 0,0 0-1 0 0,13-9 1 0 0,-11 10-85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36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90 9830 0 0,'1'-8'25'0'0,"-2"-1"0"0"0,1 1 0 0 0,-1 0 0 0 0,-3-15 0 0 0,3 22-18 0 0,1-1 1 0 0,-1 0-1 0 0,1 0 0 0 0,-1 1 0 0 0,0-1 0 0 0,0 0 0 0 0,0 1 1 0 0,0-1-1 0 0,0 1 0 0 0,0-1 0 0 0,-1 1 0 0 0,1-1 0 0 0,0 1 1 0 0,-1 0-1 0 0,1 0 0 0 0,-1 0 0 0 0,1 0 0 0 0,-1 0 0 0 0,0 0 1 0 0,1 0-1 0 0,-1 0 0 0 0,0 0 0 0 0,0 1 0 0 0,0-1 0 0 0,1 1 1 0 0,-4-1-1 0 0,-2 1 121 0 0,1-1 1 0 0,-1 1 0 0 0,1 0-1 0 0,-1 1 1 0 0,0-1-1 0 0,1 1 1 0 0,-1 1 0 0 0,1-1-1 0 0,-1 1 1 0 0,1 0-1 0 0,0 1 1 0 0,0 0 0 0 0,0 0-1 0 0,0 0 1 0 0,0 0-1 0 0,1 1 1 0 0,-1 0 0 0 0,1 0-1 0 0,0 1 1 0 0,0-1 0 0 0,1 1-1 0 0,-6 8 1 0 0,-13 10 563 0 0,-25 20-1 0 0,27-25 701 0 0,-30 33 0 0 0,45-43-1202 0 0,-1 0 0 0 0,2 1 0 0 0,-1-1 0 0 0,1 1 0 0 0,0 1 0 0 0,1-1 0 0 0,-7 20 0 0 0,11-28-187 0 0,-10 47 902 0 0,10-47-878 0 0,-1 1 0 0 0,1-1 0 0 0,0 0 1 0 0,0 1-1 0 0,0-1 0 0 0,-1 1 0 0 0,1-1 1 0 0,1 1-1 0 0,-1-1 0 0 0,0 0 0 0 0,0 1 0 0 0,0-1 1 0 0,1 1-1 0 0,-1-1 0 0 0,1 0 0 0 0,-1 1 1 0 0,1-1-1 0 0,0 0 0 0 0,-1 0 0 0 0,1 1 0 0 0,0-1 1 0 0,0 0-1 0 0,0 0 0 0 0,0 0 0 0 0,0 0 1 0 0,0 0-1 0 0,0 0 0 0 0,0 0 0 0 0,0 0 0 0 0,2 0 1 0 0,-1-1 31 0 0,0 0 1 0 0,0 0-1 0 0,0 0 1 0 0,1 0-1 0 0,-1 0 1 0 0,0-1-1 0 0,0 1 1 0 0,0-1-1 0 0,0 1 1 0 0,0-1-1 0 0,0 0 1 0 0,2-1-1 0 0,1 1-13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3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65 9830 0 0,'-5'-24'0'0'0,"7"47"432"0"0,0 0 1 0 0,1-1-1 0 0,1 1 0 0 0,1-1 0 0 0,2 1 0 0 0,0-1 1 0 0,1-1-1 0 0,1 0 0 0 0,1 0 0 0 0,1 0 1 0 0,16 22-1 0 0,-25-40-386 0 0,-1-1 0 0 0,1 0 0 0 0,-1 0 0 0 0,1 0 1 0 0,0 0-1 0 0,0-1 0 0 0,0 1 0 0 0,0 0 0 0 0,0-1 0 0 0,0 0 0 0 0,0 1 1 0 0,1-1-1 0 0,-1 0 0 0 0,0 0 0 0 0,1 0 0 0 0,-1 0 0 0 0,1-1 0 0 0,-1 1 0 0 0,1 0 1 0 0,-1-1-1 0 0,1 0 0 0 0,-1 0 0 0 0,1 0 0 0 0,3 0 0 0 0,-4-1-2 0 0,1 0-1 0 0,-1 0 0 0 0,1 0 0 0 0,-1 0 1 0 0,1-1-1 0 0,-1 1 0 0 0,0-1 1 0 0,0 0-1 0 0,0 1 0 0 0,0-1 0 0 0,0 0 1 0 0,0 0-1 0 0,0-1 0 0 0,-1 1 0 0 0,1 0 1 0 0,-1 0-1 0 0,1-1 0 0 0,-1 1 1 0 0,0-1-1 0 0,0 1 0 0 0,0-1 0 0 0,1-2 1 0 0,3-11-189 0 0,-1 1-1 0 0,-1-1 1 0 0,0 0 0 0 0,-1 0 0 0 0,0 0 0 0 0,-1-1 0 0 0,-1 1 0 0 0,-1 0 0 0 0,-5-32 0 0 0,5 42 171 0 0,0 1 0 0 0,-1-1 0 0 0,0 0 1 0 0,0 0-1 0 0,0 1 0 0 0,-1-1 0 0 0,0 1 0 0 0,0 0 0 0 0,0 0 1 0 0,0 0-1 0 0,-1 0 0 0 0,0 1 0 0 0,0-1 0 0 0,0 1 1 0 0,-1 0-1 0 0,0 0 0 0 0,1 0 0 0 0,-1 1 0 0 0,0 0 0 0 0,-1 0 1 0 0,1 0-1 0 0,0 1 0 0 0,-1-1 0 0 0,0 1 0 0 0,0 0 0 0 0,1 1 1 0 0,-1 0-1 0 0,0 0 0 0 0,-11-1 0 0 0,9 2 67 0 0,1-1 0 0 0,-1 1 0 0 0,0 0 0 0 0,0 1 0 0 0,0 0 0 0 0,0 0 0 0 0,1 1 0 0 0,-1 0 0 0 0,1 0 1 0 0,-8 4-1 0 0,12-5-57 0 0,1 1 0 0 0,0-1 0 0 0,0 1 1 0 0,0 0-1 0 0,0-1 0 0 0,0 1 1 0 0,0 0-1 0 0,0 0 0 0 0,0 0 0 0 0,1 1 1 0 0,-1-1-1 0 0,1 0 0 0 0,0 1 1 0 0,0-1-1 0 0,0 1 0 0 0,0-1 1 0 0,0 1-1 0 0,0-1 0 0 0,0 1 0 0 0,1 0 1 0 0,0-1-1 0 0,-1 1 0 0 0,1 0 1 0 0,0-1-1 0 0,0 1 0 0 0,1 0 0 0 0,-1-1 1 0 0,0 1-1 0 0,1 0 0 0 0,0-1 1 0 0,-1 1-1 0 0,3 3 0 0 0,-2-3 0 0 0,-1 0 1 0 0,1-1-1 0 0,0 1 0 0 0,0-1 0 0 0,1 1 0 0 0,-1-1 0 0 0,0 1 1 0 0,1-1-1 0 0,0 0 0 0 0,-1 0 0 0 0,1 1 0 0 0,0-1 0 0 0,0-1 1 0 0,0 1-1 0 0,0 0 0 0 0,0 0 0 0 0,1-1 0 0 0,2 2 0 0 0,-1-1 16 0 0,0-1-1 0 0,0 0 0 0 0,0 0 0 0 0,0 0 1 0 0,0 0-1 0 0,0-1 0 0 0,0 0 0 0 0,0 0 1 0 0,0 0-1 0 0,0 0 0 0 0,6-2 0 0 0,8-2 204 0 0,1-2 0 0 0,-1 0 0 0 0,0-1 0 0 0,22-12 0 0 0,-25 12 1 0 0,26-17 326 0 0,-35 20-428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4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60 200 9830 0 0,'-13'-13'266'0'0,"-7"-7"371"0"0,20 20-620 0 0,-1-1-1 0 0,1 1 1 0 0,-1 0-1 0 0,1-1 1 0 0,-1 1-1 0 0,1-1 1 0 0,-1 1-1 0 0,0 0 1 0 0,1-1-1 0 0,-1 1 1 0 0,0 0-1 0 0,1 0 1 0 0,-1-1-1 0 0,0 1 1 0 0,1 0-1 0 0,-1 0 1 0 0,0 0-1 0 0,1 0 1 0 0,-1 0-1 0 0,0 0 1 0 0,1 0-1 0 0,-1 0 1 0 0,0 0-1 0 0,1 0 1 0 0,-1 1-1 0 0,0-1 1 0 0,0 0-1 0 0,-1 4 57 0 0,1 0 0 0 0,0 0 0 0 0,0-1-1 0 0,0 1 1 0 0,0 0 0 0 0,0 0-1 0 0,1 0 1 0 0,-1 0 0 0 0,1 0-1 0 0,1 0 1 0 0,0 7 0 0 0,-1-3 101 0 0,1 13 208 0 0,0 0 1 0 0,2 0-1 0 0,0 0 0 0 0,2-1 1 0 0,0 1-1 0 0,1-1 0 0 0,1 0 1 0 0,1-1-1 0 0,1 1 0 0 0,0-2 1 0 0,2 1-1 0 0,0-1 0 0 0,1-1 1 0 0,23 26-1 0 0,-34-41-336 0 0,1 0 0 0 0,-1-1-1 0 0,1 1 1 0 0,0 0 0 0 0,0-1 0 0 0,0 1 0 0 0,0-1 0 0 0,0 0-1 0 0,0 0 1 0 0,0 1 0 0 0,0-1 0 0 0,0-1 0 0 0,0 1 0 0 0,1 0-1 0 0,-1 0 1 0 0,0-1 0 0 0,1 0 0 0 0,-1 1 0 0 0,1-1 0 0 0,-1 0-1 0 0,0 0 1 0 0,1 0 0 0 0,-1 0 0 0 0,1-1 0 0 0,-1 1 0 0 0,0-1-1 0 0,1 1 1 0 0,1-2 0 0 0,1-1 0 0 0,-1 1 1 0 0,-1-1-1 0 0,1 0 0 0 0,0 0 1 0 0,-1-1-1 0 0,1 1 0 0 0,-1-1 1 0 0,0 0-1 0 0,0 0 0 0 0,-1 0 1 0 0,1 0-1 0 0,-1 0 0 0 0,3-6 1 0 0,4-11-305 0 0,0 0 1 0 0,-1 0-1 0 0,-2-1 1 0 0,0-1-1 0 0,-1 1 1 0 0,-1-1-1 0 0,-1 0 1 0 0,-1-33-1 0 0,-2 39 72 0 0,-1 0 0 0 0,-1-1-1 0 0,-1 1 1 0 0,0 0-1 0 0,-2 0 1 0 0,0 1 0 0 0,0-1-1 0 0,-2 1 1 0 0,0 0 0 0 0,-1 1-1 0 0,-17-26 1 0 0,23 37 172 0 0,-1 0 0 0 0,1 1 1 0 0,-1-1-1 0 0,0 1 0 0 0,0 0 0 0 0,-1 0 0 0 0,1 0 1 0 0,-1 0-1 0 0,1 0 0 0 0,-1 1 0 0 0,0 0 1 0 0,0 0-1 0 0,0 0 0 0 0,0 0 0 0 0,0 0 1 0 0,-1 1-1 0 0,1 0 0 0 0,0 0 0 0 0,-1 0 0 0 0,1 0 1 0 0,-1 1-1 0 0,1 0 0 0 0,-1 0 0 0 0,1 0 1 0 0,-1 0-1 0 0,1 1 0 0 0,-1 0 0 0 0,-4 1 0 0 0,3 0 104 0 0,0 0-1 0 0,0 1 0 0 0,1 0 0 0 0,-1 0 0 0 0,1 1 0 0 0,-1-1 0 0 0,1 1 0 0 0,0 0 1 0 0,0 0-1 0 0,1 1 0 0 0,-1 0 0 0 0,1 0 0 0 0,0 0 0 0 0,0 0 0 0 0,1 0 1 0 0,-1 1-1 0 0,1 0 0 0 0,0-1 0 0 0,-2 8 0 0 0,3-6 7 0 0,1 1 1 0 0,0-1-1 0 0,0 0 1 0 0,0 1-1 0 0,1 0 0 0 0,0-1 1 0 0,0 1-1 0 0,1-1 0 0 0,0 1 1 0 0,0-1-1 0 0,4 13 0 0 0,-4-16-23 0 0,1 1-1 0 0,-1 0 0 0 0,1 0 0 0 0,0-1 0 0 0,0 1 1 0 0,1-1-1 0 0,-1 0 0 0 0,1 1 0 0 0,0-1 0 0 0,0 0 1 0 0,0-1-1 0 0,1 1 0 0 0,-1 0 0 0 0,1-1 0 0 0,0 0 0 0 0,0 0 1 0 0,0 0-1 0 0,7 3 0 0 0,-8-5-19 0 0,1-1 0 0 0,-1 1 0 0 0,1-1 1 0 0,-1 1-1 0 0,1-1 0 0 0,-1 0 0 0 0,1-1 0 0 0,-1 1 0 0 0,1-1 0 0 0,-1 1 0 0 0,1-1 0 0 0,-1 0 1 0 0,0 0-1 0 0,1-1 0 0 0,-1 1 0 0 0,0-1 0 0 0,0 1 0 0 0,5-5 0 0 0,7-4 136 0 0,1-2 0 0 0,16-16 0 0 0,-16 14-579 0 0,-2 2 346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0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46 9830 0 0,'0'-3'9'0'0,"1"0"1"0"0,-1 0-1 0 0,0 0 1 0 0,1 0-1 0 0,-1 0 0 0 0,-1-1 1 0 0,1 1-1 0 0,0 0 1 0 0,-1 0-1 0 0,1 0 0 0 0,-2-3 1 0 0,2 6-7 0 0,-1-1 0 0 0,1 1 1 0 0,0 0-1 0 0,0-1 1 0 0,0 1-1 0 0,-1 0 0 0 0,1-1 1 0 0,0 1-1 0 0,0 0 0 0 0,-1 0 1 0 0,1-1-1 0 0,0 1 1 0 0,0 0-1 0 0,-1 0 0 0 0,1-1 1 0 0,0 1-1 0 0,-1 0 0 0 0,1 0 1 0 0,0 0-1 0 0,-1 0 1 0 0,1 0-1 0 0,-1-1 0 0 0,1 1 1 0 0,0 0-1 0 0,-1 0 0 0 0,1 0 1 0 0,-1 0-1 0 0,1 0 1 0 0,0 0-1 0 0,-1 0 0 0 0,-1 1 5 0 0,1 0 0 0 0,-1-1 0 0 0,1 1 1 0 0,0 0-1 0 0,-1 0 0 0 0,1 0 0 0 0,0 0 0 0 0,0 0 0 0 0,-1 0 0 0 0,1 0 0 0 0,0 0 0 0 0,-1 3 0 0 0,-5 6 254 0 0,0 0-1 0 0,1 1 1 0 0,0 0 0 0 0,1 1-1 0 0,0-1 1 0 0,1 1 0 0 0,-5 19-1 0 0,5-10 245 0 0,0 1-1 0 0,1 0 0 0 0,0 31 1 0 0,3-42-325 0 0,1-1 0 0 0,0 0 0 0 0,1 0 1 0 0,1 0-1 0 0,-1 0 0 0 0,1 0 0 0 0,1 0 0 0 0,0-1 1 0 0,0 1-1 0 0,1-1 0 0 0,0 0 0 0 0,1-1 0 0 0,0 1 1 0 0,0-1-1 0 0,1 0 0 0 0,0 0 0 0 0,11 9 1 0 0,-11-12-35 0 0,-1 1 0 0 0,1-1 1 0 0,0-1-1 0 0,0 1 0 0 0,1-1 1 0 0,-1-1-1 0 0,1 1 0 0 0,0-1 1 0 0,0 0-1 0 0,0-1 1 0 0,0 0-1 0 0,0 0 0 0 0,1-1 1 0 0,-1 0-1 0 0,1-1 0 0 0,-1 1 1 0 0,1-2-1 0 0,-1 1 0 0 0,0-1 1 0 0,1 0-1 0 0,12-4 0 0 0,35-6 692 0 0,-49 8-518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1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5 235 9830 0 0,'0'0'1'0'0,"-1"0"0"0"0,1 0 0 0 0,0 0 0 0 0,0 0 0 0 0,0 0 0 0 0,0 0 0 0 0,0 0 0 0 0,0 0 0 0 0,-1 0 0 0 0,1 0 0 0 0,0 0 0 0 0,0 0 0 0 0,0 0 0 0 0,0 0 0 0 0,0 0 0 0 0,-1 0 0 0 0,1 0 0 0 0,0-1 0 0 0,0 1 0 0 0,0 0 0 0 0,0 0 0 0 0,0 0 0 0 0,0 0 0 0 0,-1 0 0 0 0,1 0 0 0 0,0 0 0 0 0,0 0 0 0 0,0 0 0 0 0,0 0 0 0 0,0-1 0 0 0,0 1 0 0 0,0 0 0 0 0,0 0 0 0 0,0 0 0 0 0,0 0 0 0 0,-1 0 0 0 0,1 0 0 0 0,0-1 0 0 0,0 1 0 0 0,0 0 0 0 0,0 0 0 0 0,0 0 0 0 0,0 0 0 0 0,0 0 0 0 0,0-1 0 0 0,0 1 0 0 0,0 0 0 0 0,0 0 0 0 0,0 0 0 0 0,0 0 0 0 0,0 0 0 0 0,1-1 0 0 0,-1 1 0 0 0,0 0 0 0 0,0 0 0 0 0,0 0 0 0 0,0 0 0 0 0,0 0 0 0 0,9-12 142 0 0,13-7 192 0 0,110-92 978 0 0,-47 37-1275 0 0,-70 60-85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3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 9830 0 0,'-12'5'289'0'0,"0"-1"-1"0"0,0 0 1 0 0,0-1 0 0 0,-1 0-1 0 0,1-1 1 0 0,-1 0-1 0 0,-18-1 1 0 0,-17 3 246 0 0,35-1-255 0 0,-1 0 1 0 0,1 1 0 0 0,0 0-1 0 0,1 1 1 0 0,-1 1-1 0 0,1 0 1 0 0,0 0-1 0 0,-18 13 1 0 0,30-19-265 0 0,-2 2 48 0 0,1-1 0 0 0,-1 1 0 0 0,0-1 0 0 0,1 1 0 0 0,-1 0 0 0 0,1-1 0 0 0,0 1 0 0 0,-3 4 0 0 0,5-6-19 0 0,0 0 137 0 0,0 1-136 0 0,0-1-46 0 0,0 0 0 0 0,-1 1 0 0 0,0 0 0 0 0,0 0 0 0 0,0 1 0 0 0,0-1 0 0 0,0 0 0 0 0,0 0 0 0 0,0 0 0 0 0,0 0 0 0 0,1 4 175 0 0,1 1 0 0 0,-1-1 1 0 0,1 1-1 0 0,0-1 0 0 0,0 0 1 0 0,1 0-1 0 0,-1 0 1 0 0,1 0-1 0 0,0 0 0 0 0,7 7 1 0 0,5 12 307 0 0,16 26 979 0 0,47 58 0 0 0,6 9 632 0 0,10 20 301 0 0,55 93-2070 0 0,-140-211-325 0 0,1 0 0 0 0,2-1 0 0 0,-1 0 0 0 0,2-1 0 0 0,23 24 0 0 0,-35-40-1 0 0,0-1 0 0 0,0 1 1 0 0,0 0-1 0 0,0-1 1 0 0,1 1-1 0 0,-1-1 1 0 0,0 1-1 0 0,0-1 0 0 0,0 0 1 0 0,1 0-1 0 0,-1 1 1 0 0,0-1-1 0 0,0 0 0 0 0,1 0 1 0 0,-1 0-1 0 0,0 0 1 0 0,0-1-1 0 0,1 1 1 0 0,-1 0-1 0 0,0 0 0 0 0,0-1 1 0 0,1 1-1 0 0,-1-1 1 0 0,0 1-1 0 0,0-1 1 0 0,0 0-1 0 0,0 1 0 0 0,0-1 1 0 0,0 0-1 0 0,0 1 1 0 0,0-1-1 0 0,0 0 0 0 0,0 0 1 0 0,0 0-1 0 0,-1 0 1 0 0,2-1-1 0 0,6-8-131 0 0,-1 1 0 0 0,0-1 1 0 0,6-11-1 0 0,-2 4-125 0 0,32-38-508 0 0,-38 47 549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3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81 9830 0 0,'-18'-4'363'0'0,"16"4"-345"0"0,1-1-1 0 0,-1 0 1 0 0,0 1 0 0 0,0 0-1 0 0,0-1 1 0 0,1 1-1 0 0,-1 0 1 0 0,0 0-1 0 0,0 0 1 0 0,0 0 0 0 0,0 0-1 0 0,-2 1 1 0 0,4 2 90 0 0,0 1 0 0 0,-1-1 0 0 0,1 1 0 0 0,1-1 0 0 0,-1 1 0 0 0,0-1 0 0 0,1 1 0 0 0,0 3 0 0 0,0-6-79 0 0,4 29 554 0 0,2 0-1 0 0,1 0 1 0 0,1-1-1 0 0,18 37 1 0 0,-22-54-353 0 0,1 0 1 0 0,1-1 0 0 0,0 1-1 0 0,1-2 1 0 0,0 1-1 0 0,1-1 1 0 0,0 0 0 0 0,0-1-1 0 0,1 0 1 0 0,0-1 0 0 0,1 0-1 0 0,19 11 1 0 0,-28-17-183 0 0,0-1 0 0 0,0 1 0 0 0,1-1 1 0 0,-1 0-1 0 0,0 0 0 0 0,1 0 0 0 0,-1 0 0 0 0,1-1 1 0 0,-1 1-1 0 0,1-1 0 0 0,-1 1 0 0 0,1-1 0 0 0,-1 0 1 0 0,1 0-1 0 0,-1 0 0 0 0,1 0 0 0 0,-1-1 1 0 0,1 1-1 0 0,-1-1 0 0 0,1 1 0 0 0,-1-1 0 0 0,1 0 1 0 0,-1 0-1 0 0,0 0 0 0 0,0 0 0 0 0,1 0 0 0 0,-1-1 1 0 0,0 1-1 0 0,0-1 0 0 0,0 1 0 0 0,0-1 0 0 0,0 0 1 0 0,-1 0-1 0 0,1 0 0 0 0,-1 0 0 0 0,1 0 0 0 0,-1 0 1 0 0,1 0-1 0 0,0-3 0 0 0,3-6-99 0 0,-1 0 0 0 0,0 0 0 0 0,0 0-1 0 0,-1-1 1 0 0,-1 0 0 0 0,2-22 0 0 0,-3 18-119 0 0,-1 0 0 0 0,-1 0 0 0 0,0 0 0 0 0,-1 0 0 0 0,-1 0 0 0 0,-1 0 0 0 0,0 0 0 0 0,-1 1 0 0 0,0 0 1 0 0,-11-20-1 0 0,13 27 184 0 0,-1 0 0 0 0,0 1 0 0 0,-1-1 0 0 0,0 1 0 0 0,0 0 1 0 0,0 1-1 0 0,-1-1 0 0 0,0 1 0 0 0,-1 0 0 0 0,1 0 0 0 0,-1 1 0 0 0,0 0 1 0 0,0 0-1 0 0,-1 1 0 0 0,1 0 0 0 0,-1 0 0 0 0,0 1 0 0 0,0 0 1 0 0,0 0-1 0 0,-1 1 0 0 0,-8-2 0 0 0,12 4 43 0 0,0-1-1 0 0,0 2 1 0 0,-1-1 0 0 0,1 0-1 0 0,0 1 1 0 0,0 0-1 0 0,0 0 1 0 0,0 1 0 0 0,0-1-1 0 0,-6 4 1 0 0,8-4-32 0 0,1 0 1 0 0,0 0-1 0 0,0 0 0 0 0,-1 1 1 0 0,1-1-1 0 0,0 1 0 0 0,0 0 1 0 0,0 0-1 0 0,1-1 0 0 0,-1 1 1 0 0,0 0-1 0 0,1 1 0 0 0,-1-1 1 0 0,1 0-1 0 0,0 0 0 0 0,-1 1 1 0 0,1-1-1 0 0,0 0 0 0 0,1 1 1 0 0,-1-1-1 0 0,0 1 0 0 0,0 3 1 0 0,1-1-26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4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9830 0 0,'6'1'82'0'0,"-1"0"0"0"0,0 0 0 0 0,0 0-1 0 0,0 1 1 0 0,0-1 0 0 0,-1 1 0 0 0,1 0 0 0 0,0 1 0 0 0,-1-1 0 0 0,1 1-1 0 0,-1 0 1 0 0,0 0 0 0 0,0 0 0 0 0,0 1 0 0 0,-1-1 0 0 0,1 1 0 0 0,-1 0-1 0 0,1 0 1 0 0,-1 0 0 0 0,2 5 0 0 0,9 13 644 0 0,-1 1-1 0 0,16 39 1 0 0,-24-49-639 0 0,8 17 777 0 0,-2 2-1 0 0,13 61 0 0 0,-24-93-863 0 0,0 0 0 0 0,0 0 0 0 0,0 0 0 0 0,1 0 0 0 0,-1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1 0 0 0,0-1 0 0 0,0 0 0 0 0,0 0 0 0 0,0 0 0 0 0,0 0 0 0 0,1-6 0 0 0,-1 1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4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19 236 9830 0 0,'-16'5'281'0'0,"14"-6"-294"0"0,11-2 64 0 0,6-4 250 0 0,0 0 1 0 0,0 0-1 0 0,0-2 0 0 0,-1 0 1 0 0,24-19-1 0 0,60-64-174 0 0,-32 28-414 0 0,-50 50 243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9830 0 0,'-3'2'63'0'0,"1"1"0"0"0,-1-1 0 0 0,1 1 0 0 0,0 0 0 0 0,-1 0 0 0 0,1 0 0 0 0,1 0 0 0 0,-1 0 1 0 0,0 0-1 0 0,1 1 0 0 0,-1-1 0 0 0,1 0 0 0 0,0 1 0 0 0,0-1 0 0 0,1 1 0 0 0,-1-1 0 0 0,1 1 0 0 0,0 0 0 0 0,-1-1 0 0 0,2 1 0 0 0,-1-1 0 0 0,0 1 0 0 0,1 0 0 0 0,-1-1 0 0 0,2 4 0 0 0,2 1 137 0 0,0 1 0 0 0,0-1 0 0 0,0-1-1 0 0,1 1 1 0 0,0-1 0 0 0,1 0 0 0 0,0 0 0 0 0,13 12-1 0 0,100 106 2522 0 0,-105-108-2245 0 0,-1 0-1 0 0,-1 1 1 0 0,-1 1-1 0 0,0 0 1 0 0,15 39-1 0 0,-19-37-145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5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9830 0 0,'5'4'161'0'0,"0"1"0"0"0,0-1-1 0 0,0 2 1 0 0,0-1 0 0 0,-1 0-1 0 0,0 1 1 0 0,0 0 0 0 0,6 12 0 0 0,1-1 144 0 0,-2-1 72 0 0,-1 0 0 0 0,-1 0 1 0 0,0 1-1 0 0,-1 1 1 0 0,-1-1-1 0 0,4 22 0 0 0,-4-19 23 0 0,0 0 0 0 0,1 0 0 0 0,1 0-1 0 0,10 19 1 0 0,-16-38-387 0 0,-1 0 0 0 0,1 0 0 0 0,-1-1 0 0 0,1 1-1 0 0,0 0 1 0 0,-1-1 0 0 0,1 1 0 0 0,0-1 0 0 0,-1 1 0 0 0,1-1-1 0 0,0 1 1 0 0,-1-1 0 0 0,1 1 0 0 0,0-1 0 0 0,0 1 0 0 0,0-1-1 0 0,0 0 1 0 0,-1 0 0 0 0,1 1 0 0 0,0-1 0 0 0,0 0 0 0 0,0 0-1 0 0,0 0 1 0 0,0 0 0 0 0,0 0 0 0 0,-1 0 0 0 0,1 0 0 0 0,0 0-1 0 0,0-1 1 0 0,0 1 0 0 0,0 0 0 0 0,0 0 0 0 0,-1-1 0 0 0,1 1-1 0 0,0 0 1 0 0,0-1 0 0 0,0 1 0 0 0,0-1 0 0 0,4-2-13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8:55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0 264 9830 0 0,'13'-8'165'0'0,"0"0"-1"0"0,1 1 1 0 0,0 0-1 0 0,26-8 1 0 0,-30 12-120 0 0,32-16 745 0 0,-1-1 0 0 0,-1-2 1 0 0,43-31-1 0 0,20-12-469 0 0,-99 63-265 0 0,6-4 91 0 0,0 0 1 0 0,0 1-1 0 0,0 1 1 0 0,0 0-1 0 0,13-4 0 0 0,-21 8-118 0 0,0-1 0 0 0,1 1 0 0 0,-1 0 0 0 0,0 0 0 0 0,1-1 0 0 0,-1 1 0 0 0,0 1 0 0 0,1-1 0 0 0,-1 0 0 0 0,0 1 0 0 0,1-1 0 0 0,-1 1 0 0 0,0 0 0 0 0,0-1 0 0 0,0 1 0 0 0,0 0 0 0 0,1 0 0 0 0,-1 1 0 0 0,0-1 0 0 0,-1 0 0 0 0,1 1 0 0 0,0-1 0 0 0,0 1 0 0 0,-1 0 0 0 0,1-1 0 0 0,-1 1 0 0 0,1 0 0 0 0,-1 0 0 0 0,0 0 0 0 0,2 3 0 0 0,11 26 569 0 0,-1 1 0 0 0,13 47 0 0 0,-14-39 82 0 0,17 39 0 0 0,128 227 3198 0 0,-127-251-3227 0 0,54 125 1514 0 0,1 1-1818 0 0,-82-175-347 0 0,0 0 0 0 0,0 0 0 0 0,0 0 0 0 0,-1 0 0 0 0,1 0 0 0 0,-2 1 0 0 0,1-1 0 0 0,-1 1 0 0 0,0-1 0 0 0,0 1 0 0 0,-1 7 0 0 0,0-9 0 0 0,-1-1 0 0 0,0 1 0 0 0,0 0 0 0 0,-1-1 0 0 0,0 0 0 0 0,1 1 0 0 0,-1-1 0 0 0,-1 0 0 0 0,1 0 0 0 0,-1 0 0 0 0,1 0 0 0 0,-1 0 0 0 0,0-1 0 0 0,0 1 0 0 0,-1-1 0 0 0,-5 5 0 0 0,-27 18 0 0 0,-1-1 0 0 0,-2-1 0 0 0,-76 34 0 0 0,90-46 0 0 0,-49 23 0 0 0,63-29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9:07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 9830 0 0,'-5'0'128'0'0,"-1"0"-1"0"0,1 1 1 0 0,-1 0 0 0 0,0 0-1 0 0,1 1 1 0 0,0 0 0 0 0,-1-1-1 0 0,1 2 1 0 0,-6 2 0 0 0,3-1-40 0 0,3-2 14 0 0,1 0 0 0 0,0 1-1 0 0,-1 0 1 0 0,1 0-1 0 0,0 0 1 0 0,0 0 0 0 0,1 1-1 0 0,-1-1 1 0 0,1 1-1 0 0,0 0 1 0 0,0 0-1 0 0,-3 6 1 0 0,5-9-72 0 0,0 0 0 0 0,0 1 1 0 0,0-1-1 0 0,1 1 0 0 0,-1-1 0 0 0,1 1 0 0 0,-1-1 1 0 0,1 1-1 0 0,-1-1 0 0 0,1 1 0 0 0,0 0 0 0 0,0-1 1 0 0,0 1-1 0 0,0-1 0 0 0,0 1 0 0 0,0 0 1 0 0,0-1-1 0 0,1 1 0 0 0,-1-1 0 0 0,0 1 0 0 0,1-1 1 0 0,-1 1-1 0 0,1 0 0 0 0,0-1 0 0 0,-1 0 0 0 0,1 1 1 0 0,0-1-1 0 0,0 0 0 0 0,0 1 0 0 0,0-1 0 0 0,0 0 1 0 0,0 0-1 0 0,1 0 0 0 0,-1 0 0 0 0,0 0 0 0 0,1 0 1 0 0,-1 0-1 0 0,0 0 0 0 0,1 0 0 0 0,-1-1 0 0 0,1 1 1 0 0,1 0-1 0 0,-2 0-5 0 0,1-1 0 0 0,-1 0 0 0 0,0 1 0 0 0,0-1 0 0 0,0 0 0 0 0,0 1 0 0 0,1-1 0 0 0,-1 0 0 0 0,0 0 0 0 0,0 0 0 0 0,0 0 0 0 0,1 0 0 0 0,-1 0 0 0 0,0-1 0 0 0,0 1 0 0 0,0 0 0 0 0,1-1-1 0 0,-1 1 1 0 0,0-1 0 0 0,0 1 0 0 0,0-1 0 0 0,0 1 0 0 0,0-1 0 0 0,0 0 0 0 0,0 1 0 0 0,1-2 0 0 0,0 0 2 0 0,0-1 0 0 0,0 1 0 0 0,-1 0 0 0 0,1-1 0 0 0,0 1 0 0 0,-1-1-1 0 0,0 0 1 0 0,0 1 0 0 0,0-1 0 0 0,0 0 0 0 0,1-3 0 0 0,-1 2-26 0 0,0 0-1 0 0,-1 0 1 0 0,1 0 0 0 0,-1 0 0 0 0,0 0-1 0 0,0-1 1 0 0,-2-6 0 0 0,2 9-14 0 0,0 1 0 0 0,0-1 0 0 0,-1 1 0 0 0,1-1-1 0 0,-1 1 1 0 0,1 0 0 0 0,-1-1 0 0 0,0 1 0 0 0,1 0 0 0 0,-1-1 0 0 0,0 1 0 0 0,0 0 0 0 0,0 0 0 0 0,0 0-1 0 0,0 0 1 0 0,0 0 0 0 0,0 0 0 0 0,0 0 0 0 0,-1 0 0 0 0,0-1 0 0 0,-1 1 49 0 0,1 0-1 0 0,-1 0 1 0 0,1 0 0 0 0,-1 0-1 0 0,1 1 1 0 0,-1-1 0 0 0,1 1-1 0 0,-1-1 1 0 0,0 1 0 0 0,1 0-1 0 0,-1 0 1 0 0,0 0 0 0 0,1 0-1 0 0,-1 1 1 0 0,0-1-1 0 0,1 1 1 0 0,-1 0 0 0 0,1-1-1 0 0,-1 1 1 0 0,1 0 0 0 0,-1 0-1 0 0,1 1 1 0 0,-1-1 0 0 0,1 0-1 0 0,0 1 1 0 0,0 0 0 0 0,0-1-1 0 0,0 1 1 0 0,-3 3 0 0 0,4-2 10 0 0,-1 0 1 0 0,0 0-1 0 0,0 0 1 0 0,1 0-1 0 0,0 0 1 0 0,-1 0-1 0 0,1 0 1 0 0,0 1-1 0 0,1-1 1 0 0,-1 1-1 0 0,1-1 1 0 0,-1 0-1 0 0,1 1 1 0 0,0-1-1 0 0,0 1 1 0 0,1-1-1 0 0,-1 1 1 0 0,1-1-1 0 0,-1 0 1 0 0,1 1 0 0 0,0-1-1 0 0,2 5 1 0 0,-2-6-12 0 0,0 0 0 0 0,0 0 0 0 0,0 0 0 0 0,0 0 0 0 0,0-1 0 0 0,0 1 0 0 0,0 0 1 0 0,0 0-1 0 0,1-1 0 0 0,-1 1 0 0 0,1-1 0 0 0,0 1 0 0 0,-1-1 0 0 0,1 1 0 0 0,0-1 0 0 0,0 0 1 0 0,-1 0-1 0 0,1 0 0 0 0,0 0 0 0 0,4 1 0 0 0,-4-2-7 0 0,0 0 0 0 0,0 0 0 0 0,-1 0 0 0 0,1-1 0 0 0,0 1 1 0 0,-1 0-1 0 0,1-1 0 0 0,0 1 0 0 0,-1-1 0 0 0,1 0 0 0 0,-1 0 0 0 0,1 1 0 0 0,-1-1 0 0 0,1 0 0 0 0,-1 0 0 0 0,1 0 0 0 0,-1 0 0 0 0,0-1 1 0 0,0 1-1 0 0,1 0 0 0 0,-1-1 0 0 0,0 1 0 0 0,0 0 0 0 0,0-1 0 0 0,-1 1 0 0 0,1-1 0 0 0,1-1 0 0 0,0-3-74 0 0,1 0 0 0 0,-1 0 0 0 0,0 0 0 0 0,0 0 0 0 0,0 0 0 0 0,-1-1 0 0 0,1-6 0 0 0,-2 12 38 0 0,0 0 0 0 0,1 0 0 0 0,-1 0 0 0 0,0 0 0 0 0,0 0-1 0 0,0 0 1 0 0,0 0 0 0 0,0 0 0 0 0,0 0 0 0 0,0 0-1 0 0,-1 0 1 0 0,1 0 0 0 0,0 0 0 0 0,-1 0 0 0 0,1 0 0 0 0,0 0-1 0 0,-1 0 1 0 0,1 0 0 0 0,-1 0 0 0 0,0 0 0 0 0,1 0 0 0 0,-1 0-1 0 0,0 0 1 0 0,1 1 0 0 0,-1-1 0 0 0,0 0 0 0 0,0 0 0 0 0,0 1-1 0 0,0-1 1 0 0,0 1 0 0 0,0-1 0 0 0,1 1 0 0 0,-1-1 0 0 0,0 1-1 0 0,-1 0 1 0 0,1-1 0 0 0,0 1 0 0 0,0 0 0 0 0,0 0 0 0 0,0 0-1 0 0,0 0 1 0 0,0 0 0 0 0,0 0 0 0 0,0 0 0 0 0,0 0 0 0 0,0 0-1 0 0,0 0 1 0 0,0 0 0 0 0,0 1 0 0 0,-1-1 0 0 0,-2 2 46 0 0,0 0 0 0 0,1 0 0 0 0,0 0-1 0 0,-1 0 1 0 0,1 0 0 0 0,0 1 0 0 0,0 0 0 0 0,0-1 0 0 0,0 1 0 0 0,1 0 0 0 0,-1 0 0 0 0,1 1-1 0 0,0-1 1 0 0,0 0 0 0 0,0 1 0 0 0,0-1 0 0 0,1 1 0 0 0,-1 0 0 0 0,1-1 0 0 0,0 1 0 0 0,0 0 0 0 0,0 0-1 0 0,0 8 1 0 0,0-8 25 0 0,1 0-1 0 0,0 1 1 0 0,0-1-1 0 0,0 1 1 0 0,0-1 0 0 0,1 1-1 0 0,-1-1 1 0 0,1 0-1 0 0,3 9 1 0 0,-3-11-50 0 0,-1-1 1 0 0,1 1-1 0 0,0 0 1 0 0,1 0-1 0 0,-1 0 1 0 0,0 0-1 0 0,0-1 1 0 0,1 1-1 0 0,-1-1 1 0 0,1 1 0 0 0,-1-1-1 0 0,1 1 1 0 0,0-1-1 0 0,-1 0 1 0 0,1 0-1 0 0,0 0 1 0 0,0 0-1 0 0,0 0 1 0 0,0 0-1 0 0,3 0 1 0 0,-2-1-14 0 0,0 0 0 0 0,0 0 1 0 0,1 0-1 0 0,-1-1 0 0 0,0 0 0 0 0,0 1 0 0 0,0-1 1 0 0,0 0-1 0 0,1-1 0 0 0,-1 1 0 0 0,-1 0 0 0 0,1-1 1 0 0,0 0-1 0 0,0 1 0 0 0,-1-1 0 0 0,1 0 0 0 0,-1 0 1 0 0,1-1-1 0 0,-1 1 0 0 0,0-1 0 0 0,0 1 1 0 0,0-1-1 0 0,0 1 0 0 0,0-1 0 0 0,-1 0 0 0 0,2-4 1 0 0,-1 5-1 0 0,-1-1 1 0 0,0 1 0 0 0,0-1 0 0 0,0 1 0 0 0,0-1-1 0 0,-1 0 1 0 0,1 1 0 0 0,-1-1 0 0 0,1 0 0 0 0,-1 0-1 0 0,0 1 1 0 0,0-1 0 0 0,0 0 0 0 0,-1-2 0 0 0,0 3 0 0 0,1 1-1 0 0,-1-1 1 0 0,1 1 0 0 0,-1-1 0 0 0,0 1 0 0 0,0 0 0 0 0,0-1 0 0 0,0 1 0 0 0,0 0-1 0 0,0 0 1 0 0,0-1 0 0 0,0 1 0 0 0,0 0 0 0 0,-1 0 0 0 0,1 0 0 0 0,0 1 0 0 0,-1-1 0 0 0,1 0-1 0 0,0 0 1 0 0,-1 1 0 0 0,1-1 0 0 0,-1 1 0 0 0,0-1 0 0 0,1 1 0 0 0,-3-1 0 0 0,1 1 18 0 0,1 0 1 0 0,-1 0 0 0 0,0 1 0 0 0,1-1 0 0 0,-1 1-1 0 0,0-1 1 0 0,1 1 0 0 0,-1 0 0 0 0,0 0 0 0 0,1 0 0 0 0,0 0-1 0 0,-1 0 1 0 0,1 1 0 0 0,-1-1 0 0 0,1 1 0 0 0,0-1 0 0 0,0 1-1 0 0,0 0 1 0 0,0 0 0 0 0,0 0 0 0 0,1 0 0 0 0,-1 0 0 0 0,0 0-1 0 0,-1 3 1 0 0,-1 2 48 0 0,0-1-1 0 0,1 0 0 0 0,-1 1 1 0 0,1 0-1 0 0,0 0 0 0 0,1 0 1 0 0,-3 12-1 0 0,4-12-15 0 0,0-1-1 0 0,1 1 1 0 0,0 0 0 0 0,2 11 0 0 0,-2-17-47 0 0,0 0 0 0 0,0 0 1 0 0,0 0-1 0 0,0 0 0 0 0,0 0 1 0 0,0 0-1 0 0,0 0 0 0 0,0 0 1 0 0,1 0-1 0 0,-1-1 0 0 0,0 1 1 0 0,1 0-1 0 0,-1 0 0 0 0,0 0 1 0 0,1 0-1 0 0,-1-1 0 0 0,1 1 1 0 0,0 0-1 0 0,-1 0 0 0 0,1-1 1 0 0,0 1-1 0 0,-1 0 0 0 0,1-1 1 0 0,0 1-1 0 0,0-1 0 0 0,-1 1 1 0 0,1-1-1 0 0,0 1 0 0 0,0-1 1 0 0,0 0-1 0 0,0 1 0 0 0,0-1 1 0 0,-1 0-1 0 0,1 0 0 0 0,0 0 1 0 0,0 0-1 0 0,0 1 0 0 0,0-1 1 0 0,0 0-1 0 0,0-1 0 0 0,0 1 1 0 0,2 0-1 0 0,-1-2-6 0 0,0 1 1 0 0,0-1-1 0 0,1 1 0 0 0,-1-1 1 0 0,0 0-1 0 0,-1 0 0 0 0,1 0 0 0 0,0 0 1 0 0,0 0-1 0 0,-1-1 0 0 0,1 1 1 0 0,-1 0-1 0 0,0-1 0 0 0,0 1 0 0 0,0-1 1 0 0,1-4-1 0 0,10-44-59 0 0,-12 49 39 0 0,0 1-1 0 0,1-1 1 0 0,-1 0-1 0 0,0 0 1 0 0,-1 0-1 0 0,1 0 1 0 0,0 0-1 0 0,-1 1 1 0 0,1-1-1 0 0,0 0 1 0 0,-1 0-1 0 0,0 1 1 0 0,-1-4-1 0 0,2 5 14 0 0,-1-1 0 0 0,1 1 0 0 0,-1-1 0 0 0,1 1 0 0 0,-1-1 0 0 0,1 1 0 0 0,-1-1 0 0 0,0 1 0 0 0,1-1 0 0 0,-1 1 0 0 0,1-1 0 0 0,-1 1 0 0 0,0 0 0 0 0,0 0 0 0 0,1-1 0 0 0,-1 1 0 0 0,0 0 0 0 0,1 0 0 0 0,-1 0 0 0 0,0 0 0 0 0,0 0 0 0 0,-1 0 0 0 0,0 0 21 0 0,0 1-1 0 0,0-1 0 0 0,0 1 0 0 0,0 0 1 0 0,0 0-1 0 0,1 0 0 0 0,-1 0 1 0 0,0 0-1 0 0,0 0 0 0 0,1 0 0 0 0,-1 1 1 0 0,0-1-1 0 0,1 0 0 0 0,0 1 0 0 0,-1-1 1 0 0,1 1-1 0 0,0 0 0 0 0,0 0 0 0 0,0-1 1 0 0,0 1-1 0 0,-2 4 0 0 0,1 0 22 0 0,-1-1 51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19:10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9830 0 0,'-15'18'264'0'0,"10"-13"-104"0"0,1 0 0 0 0,-1 0 0 0 0,1 1 0 0 0,0-1 0 0 0,1 1 0 0 0,-1 0 0 0 0,1 0 0 0 0,0 0 0 0 0,1 0 0 0 0,-1 0 1 0 0,-2 13-1 0 0,5-24 3 0 0,0 0 0 0 0,-1 0 0 0 0,0 0 0 0 0,1 0 0 0 0,-2 1 0 0 0,1-1 0 0 0,-3-5 0 0 0,4 8-151 0 0,-1 1-1 0 0,1 0 0 0 0,-1 0 1 0 0,0 0-1 0 0,1 0 0 0 0,-1 0 1 0 0,0 0-1 0 0,0 0 1 0 0,0 0-1 0 0,0 0 0 0 0,0 0 1 0 0,0 0-1 0 0,0 0 1 0 0,0 1-1 0 0,0-1 0 0 0,0 0 1 0 0,0 1-1 0 0,0-1 1 0 0,-1 1-1 0 0,1-1 0 0 0,0 1 1 0 0,0 0-1 0 0,-1 0 1 0 0,1-1-1 0 0,0 1 0 0 0,-1 0 1 0 0,1 0-1 0 0,0 0 1 0 0,-1 0-1 0 0,1 0 0 0 0,0 1 1 0 0,0-1-1 0 0,-1 0 1 0 0,1 1-1 0 0,0-1 0 0 0,0 1 1 0 0,-1-1-1 0 0,1 1 0 0 0,0-1 1 0 0,-2 2-1 0 0,2 0 16 0 0,0-1-1 0 0,-1 0 0 0 0,1 0 1 0 0,0 1-1 0 0,0-1 0 0 0,0 0 0 0 0,0 1 1 0 0,0-1-1 0 0,1 1 0 0 0,-1-1 1 0 0,0 1-1 0 0,1 0 0 0 0,-1-1 1 0 0,1 1-1 0 0,-1-1 0 0 0,1 1 1 0 0,0 0-1 0 0,0 0 0 0 0,0-1 1 0 0,0 1-1 0 0,0 0 0 0 0,0-1 1 0 0,0 1-1 0 0,1 0 0 0 0,-1-1 1 0 0,1 1-1 0 0,-1 0 0 0 0,1-1 0 0 0,-1 1 1 0 0,1-1-1 0 0,0 1 0 0 0,1 2 1 0 0,-1-2 2 0 0,0 0 0 0 0,0 0 0 0 0,-1-1 0 0 0,1 1 0 0 0,0 0 0 0 0,1 0 0 0 0,-1-1 1 0 0,0 1-1 0 0,0 0 0 0 0,1-1 0 0 0,-1 1 0 0 0,1-1 0 0 0,-1 0 0 0 0,1 1 0 0 0,0-1 0 0 0,-1 0 0 0 0,1 0 1 0 0,0 0-1 0 0,0 0 0 0 0,0 0 0 0 0,0-1 0 0 0,0 1 0 0 0,0-1 0 0 0,0 1 0 0 0,0-1 0 0 0,0 0 0 0 0,2 1 1 0 0,-3-2-2 0 0,1 0 0 0 0,-1 0 0 0 0,0 0 1 0 0,1 0-1 0 0,-1-1 0 0 0,0 1 1 0 0,0 0-1 0 0,0 0 0 0 0,0-1 0 0 0,0 1 1 0 0,0-1-1 0 0,-1 1 0 0 0,1-1 1 0 0,0 1-1 0 0,-1-1 0 0 0,1 1 0 0 0,-1-1 1 0 0,0 1-1 0 0,1-1 0 0 0,-1 0 1 0 0,0 1-1 0 0,0-1 0 0 0,0 0 1 0 0,0-2-1 0 0,0 4-14 0 0,0-1 0 0 0,0 0-1 0 0,0 0 1 0 0,0 0 0 0 0,0 1 0 0 0,0-1 0 0 0,0 0 0 0 0,0 0-1 0 0,0 1 1 0 0,0-1 0 0 0,0 0 0 0 0,-1 0 0 0 0,1 1 0 0 0,0-1-1 0 0,-1 0 1 0 0,1 0 0 0 0,0 1 0 0 0,-1-1 0 0 0,1 0 0 0 0,-1 1-1 0 0,1-1 1 0 0,-1 1 0 0 0,1-1 0 0 0,-1 1 0 0 0,0-1 0 0 0,1 1-1 0 0,-1-1 1 0 0,1 1 0 0 0,-1-1 0 0 0,0 1 0 0 0,0 0 0 0 0,1-1-1 0 0,-1 1 1 0 0,0 0 0 0 0,1 0 0 0 0,-1 0 0 0 0,0-1 0 0 0,0 1-1 0 0,0 0 1 0 0,1 0 0 0 0,-1 0 0 0 0,0 0 0 0 0,0 0 0 0 0,1 0 0 0 0,-1 1-1 0 0,0-1 1 0 0,0 0 0 0 0,0 0 0 0 0,1 0 0 0 0,-1 1 0 0 0,0-1-1 0 0,1 0 1 0 0,-1 1 0 0 0,-1 0 0 0 0,0 0 24 0 0,0 0 1 0 0,0 1-1 0 0,0-1 1 0 0,0 1-1 0 0,0-1 1 0 0,0 1-1 0 0,0 0 1 0 0,1 0-1 0 0,-1 0 1 0 0,1 0-1 0 0,-1 0 1 0 0,1 0-1 0 0,0 0 1 0 0,-1 0-1 0 0,1 1 1 0 0,1-1-1 0 0,-1 0 1 0 0,0 1-1 0 0,0-1 1 0 0,1 1-1 0 0,-1-1 1 0 0,1 1-1 0 0,0-1 1 0 0,0 1-1 0 0,0-1 1 0 0,0 1-1 0 0,1 3 1 0 0,-1-4-7 0 0,1 0 1 0 0,-1 0 0 0 0,1 0-1 0 0,-1 0 1 0 0,1 0-1 0 0,0 0 1 0 0,0-1 0 0 0,0 1-1 0 0,0 0 1 0 0,0 0 0 0 0,1-1-1 0 0,-1 1 1 0 0,0-1 0 0 0,1 1-1 0 0,-1-1 1 0 0,1 0 0 0 0,0 1-1 0 0,-1-1 1 0 0,1 0 0 0 0,0 0-1 0 0,0 0 1 0 0,-1 0 0 0 0,1 0-1 0 0,0-1 1 0 0,0 1-1 0 0,0-1 1 0 0,0 1 0 0 0,0-1-1 0 0,0 1 1 0 0,0-1 0 0 0,0 0-1 0 0,0 0 1 0 0,0 0 0 0 0,3-1-1 0 0,-1 0-20 0 0,1 0 0 0 0,-1 0 0 0 0,1-1 0 0 0,-1 0 1 0 0,0 0-1 0 0,0 0 0 0 0,0 0 0 0 0,0-1 0 0 0,0 1 0 0 0,0-1 0 0 0,-1 0 0 0 0,1 0 0 0 0,-1-1 0 0 0,0 1 0 0 0,0-1 0 0 0,0 1 0 0 0,3-6 0 0 0,-2 3 3 0 0,0 0 0 0 0,-1 0-1 0 0,0 0 1 0 0,0-1 0 0 0,0 1 0 0 0,-1-1 0 0 0,0 1-1 0 0,0-1 1 0 0,0 0 0 0 0,0-13 0 0 0,-2 20-14 0 0,0-1 0 0 0,0 0 0 0 0,0 1 0 0 0,0-1 0 0 0,0 1 0 0 0,0-1 1 0 0,0 0-1 0 0,0 1 0 0 0,0-1 0 0 0,0 1 0 0 0,-1-1 0 0 0,1 0 0 0 0,0 1 0 0 0,0-1 0 0 0,-1 1 0 0 0,1-1 1 0 0,0 1-1 0 0,-1-1 0 0 0,1 1 0 0 0,-1-1 0 0 0,1 1 0 0 0,-1-1 0 0 0,1 1 0 0 0,-1 0 0 0 0,1-1 0 0 0,-1 1 0 0 0,1 0 1 0 0,-1-1-1 0 0,0 1 0 0 0,-20 1 71 0 0,16 1-54 0 0,-1 0-1 0 0,1 1 1 0 0,0-1-1 0 0,0 1 1 0 0,-7 6-1 0 0,8-5 32 0 0,0 1 0 0 0,0-1 0 0 0,0 1-1 0 0,1 0 1 0 0,-1 0 0 0 0,1 1 0 0 0,1-1-1 0 0,-1 1 1 0 0,1-1 0 0 0,0 1 0 0 0,0 0-1 0 0,1 0 1 0 0,-2 11 0 0 0,3-15-33 0 0,-1 1 1 0 0,1-1-1 0 0,0 0 0 0 0,0 0 0 0 0,0 0 1 0 0,1 0-1 0 0,-1 0 0 0 0,0 1 0 0 0,1-1 1 0 0,-1 0-1 0 0,1 0 0 0 0,0 0 0 0 0,0 0 1 0 0,0 0-1 0 0,0 0 0 0 0,0 0 0 0 0,0-1 1 0 0,0 1-1 0 0,1 0 0 0 0,-1-1 0 0 0,1 1 1 0 0,-1 0-1 0 0,1-1 0 0 0,-1 0 0 0 0,1 1 1 0 0,0-1-1 0 0,0 0 0 0 0,0 0 0 0 0,0 0 1 0 0,0 0-1 0 0,0 0 0 0 0,0-1 1 0 0,0 1-1 0 0,0 0 0 0 0,0-1 0 0 0,0 0 1 0 0,0 1-1 0 0,1-1 0 0 0,-1 0 0 0 0,0 0 1 0 0,3-1-1 0 0,-1 1 3 0 0,-1-1 1 0 0,0 0 0 0 0,1 0-1 0 0,-1 0 1 0 0,0 0 0 0 0,0 0-1 0 0,0-1 1 0 0,0 1-1 0 0,0-1 1 0 0,0 0 0 0 0,0 0-1 0 0,-1 0 1 0 0,1 0 0 0 0,-1 0-1 0 0,1-1 1 0 0,-1 1-1 0 0,0-1 1 0 0,0 0 0 0 0,0 1-1 0 0,0-1 1 0 0,0 0-1 0 0,2-6 1 0 0,-3 7-10 0 0,-1 1 0 0 0,1-1-1 0 0,0 1 1 0 0,-1-1 0 0 0,1 1 0 0 0,-1-1 0 0 0,1 1-1 0 0,-1-1 1 0 0,0 1 0 0 0,0-1 0 0 0,0 0-1 0 0,0 1 1 0 0,0-1 0 0 0,0 1 0 0 0,0-1-1 0 0,0 1 1 0 0,-1-1 0 0 0,1 0 0 0 0,0 1 0 0 0,-1-1-1 0 0,0 1 1 0 0,1-1 0 0 0,-1 1 0 0 0,0 0-1 0 0,0-1 1 0 0,0 1 0 0 0,1 0 0 0 0,-1-1-1 0 0,-1 1 1 0 0,1 0 0 0 0,0 0 0 0 0,0 0 0 0 0,0 0-1 0 0,-1 0 1 0 0,1 0 0 0 0,0 0 0 0 0,-1 1-1 0 0,1-1 1 0 0,-1 0 0 0 0,1 1 0 0 0,-1-1-1 0 0,1 1 1 0 0,-1-1 0 0 0,1 1 0 0 0,-1 0 0 0 0,1 0-1 0 0,-4 0 1 0 0,2 0 4 0 0,-1 0 1 0 0,1 0-1 0 0,0 0 1 0 0,-1 1-1 0 0,1-1 0 0 0,0 1 1 0 0,-1 0-1 0 0,1 0 1 0 0,0 0-1 0 0,0 1 0 0 0,0-1 1 0 0,0 1-1 0 0,0-1 1 0 0,0 1-1 0 0,1 0 0 0 0,-1 0 1 0 0,0 0-1 0 0,1 1 1 0 0,0-1-1 0 0,-1 1 0 0 0,1-1 1 0 0,-3 6-1 0 0,3-5 2 0 0,-1 0 0 0 0,1 1 0 0 0,1-1-1 0 0,-1 1 1 0 0,0 0 0 0 0,1-1 0 0 0,0 1 0 0 0,0 0-1 0 0,0 0 1 0 0,0 0 0 0 0,1 0 0 0 0,-1 0 0 0 0,1 0-1 0 0,0 0 1 0 0,0 0 0 0 0,1-1 0 0 0,-1 1 0 0 0,1 0-1 0 0,1 5 1 0 0,-1-7-4 0 0,0 0 1 0 0,0 0-1 0 0,0-1 0 0 0,0 1 0 0 0,0 0 0 0 0,1 0 0 0 0,-1-1 1 0 0,1 1-1 0 0,-1 0 0 0 0,1-1 0 0 0,0 1 0 0 0,-1-1 0 0 0,1 0 1 0 0,0 0-1 0 0,0 0 0 0 0,0 0 0 0 0,0 0 0 0 0,0 0 0 0 0,0 0 1 0 0,0-1-1 0 0,0 1 0 0 0,1-1 0 0 0,-1 1 0 0 0,0-1 0 0 0,0 0 1 0 0,0 0-1 0 0,1 0 0 0 0,-1 0 0 0 0,0 0 0 0 0,0 0 0 0 0,0-1 1 0 0,0 1-1 0 0,1-1 0 0 0,-1 0 0 0 0,0 1 0 0 0,3-3 0 0 0,0 1 6 0 0,-1 1 1 0 0,1-1-1 0 0,-1 0 0 0 0,0-1 0 0 0,0 1 0 0 0,0-1 0 0 0,0 1 0 0 0,-1-1 0 0 0,1 0 0 0 0,-1-1 0 0 0,1 1 0 0 0,-1-1 0 0 0,0 1 0 0 0,0-1 0 0 0,-1 0 0 0 0,5-7 0 0 0,-7 10-37 0 0,1-1-1 0 0,-1 1 1 0 0,0 0 0 0 0,1-1 0 0 0,-1 1-1 0 0,0-1 1 0 0,1 1 0 0 0,-1 0 0 0 0,0-1-1 0 0,0 1 1 0 0,0-1 0 0 0,-1 1-1 0 0,1 0 1 0 0,0-1 0 0 0,0 1 0 0 0,-1-1-1 0 0,1 1 1 0 0,-1 0 0 0 0,1-1 0 0 0,-1 1-1 0 0,0 0 1 0 0,1 0 0 0 0,-1 0 0 0 0,0-1-1 0 0,0 1 1 0 0,-1-1 0 0 0,-1 0-7 0 0,0 0 1 0 0,1 0 0 0 0,-1 1-1 0 0,0 0 1 0 0,1-1-1 0 0,-1 1 1 0 0,0 0-1 0 0,0 1 1 0 0,0-1-1 0 0,0 0 1 0 0,-6 0 0 0 0,1 1 44 0 0,1 0 1 0 0,-1 0 0 0 0,0 0-1 0 0,1 1 1 0 0,-1 0 0 0 0,1 0-1 0 0,0 1 1 0 0,-1 0 0 0 0,-11 5 0 0 0,17-6-14 0 0,1-1 0 0 0,-1 1 1 0 0,1 0-1 0 0,-1 0 1 0 0,1-1-1 0 0,0 1 0 0 0,0 0 1 0 0,-1 0-1 0 0,1 0 1 0 0,0 1-1 0 0,0-1 0 0 0,0 0 1 0 0,0 0-1 0 0,0 0 1 0 0,0 1-1 0 0,1-1 0 0 0,-1 1 1 0 0,0-1-1 0 0,1 0 1 0 0,-1 1-1 0 0,1 0 0 0 0,-1-1 1 0 0,1 1-1 0 0,0-1 1 0 0,-1 1-1 0 0,1-1 0 0 0,0 1 1 0 0,0-1-1 0 0,0 1 1 0 0,0 0-1 0 0,1-1 0 0 0,-1 1 1 0 0,0-1-1 0 0,1 1 1 0 0,-1-1-1 0 0,1 1 0 0 0,-1-1 1 0 0,1 1-1 0 0,0-1 1 0 0,0 0-1 0 0,1 3 1 0 0,0-1 5 0 0,0-1 1 0 0,1 0 0 0 0,-1 0 0 0 0,0 0 0 0 0,1 0-1 0 0,-1-1 1 0 0,1 1 0 0 0,-1-1 0 0 0,1 1 0 0 0,0-1-1 0 0,0 0 1 0 0,0 0 0 0 0,-1 0 0 0 0,1 0 0 0 0,0-1 0 0 0,0 1-1 0 0,0-1 1 0 0,0 0 0 0 0,0 0 0 0 0,0 0 0 0 0,6-1-1 0 0,-2-1-61 0 0,0 0-1 0 0,0-1 1 0 0,0 0-1 0 0,-1 0 1 0 0,0-1-1 0 0,1 0 1 0 0,-1 0-1 0 0,0 0 1 0 0,-1-1-1 0 0,1 0 1 0 0,-1 0-1 0 0,0 0 1 0 0,0-1-1 0 0,-1 0 1 0 0,1 0-1 0 0,-1 0 1 0 0,-1 0-1 0 0,1 0 1 0 0,-1-1-1 0 0,0 0 1 0 0,2-8-1 0 0,-5 14 47 0 0,0 1 1 0 0,1 0-1 0 0,-1 0 0 0 0,0-1 0 0 0,0 1 1 0 0,0 0-1 0 0,0-1 0 0 0,0 1 1 0 0,0 0-1 0 0,0 0 0 0 0,0-1 0 0 0,0 1 1 0 0,0 0-1 0 0,0-1 0 0 0,0 1 1 0 0,0 0-1 0 0,0 0 0 0 0,0-1 0 0 0,0 1 1 0 0,0 0-1 0 0,0 0 0 0 0,0-1 1 0 0,0 1-1 0 0,0 0 0 0 0,-1-1 0 0 0,1 1 1 0 0,0 0-1 0 0,0 0 0 0 0,0 0 1 0 0,0-1-1 0 0,-1 1 0 0 0,1 0 0 0 0,0 0 1 0 0,0 0-1 0 0,-1-1 0 0 0,1 1 1 0 0,0 0-1 0 0,0 0 0 0 0,-1 0 0 0 0,1 0 1 0 0,0 0-1 0 0,0 0 0 0 0,-1-1 1 0 0,1 1-1 0 0,0 0 0 0 0,0 0 0 0 0,-1 0 1 0 0,1 0-1 0 0,0 0 0 0 0,-1 0 1 0 0,1 0-1 0 0,0 0 0 0 0,0 0 0 0 0,-1 0 1 0 0,1 1-1 0 0,0-1 0 0 0,-1 0 1 0 0,1 0-1 0 0,-3 2 72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1T10:20:18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9830 0 0,'-1'-4'38'0'0,"1"0"-1"0"0,0 1 1 0 0,0-1-1 0 0,1 0 1 0 0,-1 1-1 0 0,1-1 1 0 0,0 0-1 0 0,0 1 1 0 0,0-1 0 0 0,1 1-1 0 0,-1-1 1 0 0,1 1-1 0 0,-1 0 1 0 0,1 0-1 0 0,0-1 1 0 0,1 1-1 0 0,-1 1 1 0 0,0-1-1 0 0,4-3 1 0 0,-2 4 9 0 0,-1 0-1 0 0,0 0 1 0 0,1 1 0 0 0,0-1 0 0 0,-1 1-1 0 0,1 0 1 0 0,0 0 0 0 0,0 0-1 0 0,0 0 1 0 0,-1 1 0 0 0,1 0 0 0 0,0 0-1 0 0,0 0 1 0 0,0 0 0 0 0,0 0-1 0 0,0 1 1 0 0,0 0 0 0 0,6 2-1 0 0,5 1 252 0 0,-1 1-1 0 0,0 1 0 0 0,0 0 0 0 0,0 1 1 0 0,-1 1-1 0 0,0 0 0 0 0,-1 0 0 0 0,1 1 1 0 0,-2 1-1 0 0,1 0 0 0 0,-1 1 0 0 0,-1 0 1 0 0,16 21-1 0 0,-19-23-103 0 0,-1 1-1 0 0,0 0 1 0 0,0 0 0 0 0,-1 1 0 0 0,0 0-1 0 0,-1-1 1 0 0,0 2 0 0 0,0-1 0 0 0,-1 0-1 0 0,-1 1 1 0 0,0-1 0 0 0,-1 1-1 0 0,0 0 1 0 0,-1 0 0 0 0,0-1 0 0 0,-1 1-1 0 0,0 0 1 0 0,-3 13 0 0 0,1-17-46 0 0,1-1 0 0 0,-2 0-1 0 0,1 0 1 0 0,-1-1 0 0 0,0 1 0 0 0,0-1-1 0 0,0 0 1 0 0,-1 0 0 0 0,0 0 0 0 0,-1-1-1 0 0,1 1 1 0 0,-1-1 0 0 0,-8 5 0 0 0,12-8-95 0 0,0 0 1 0 0,-1-1 0 0 0,1 1-1 0 0,0-1 1 0 0,-1 0-1 0 0,1 0 1 0 0,-1 0-1 0 0,1 0 1 0 0,-1 0 0 0 0,0 0-1 0 0,1-1 1 0 0,-1 1-1 0 0,0-1 1 0 0,1 0 0 0 0,-1 0-1 0 0,0 0 1 0 0,0 0-1 0 0,1 0 1 0 0,-1-1-1 0 0,0 1 1 0 0,1-1 0 0 0,-1 0-1 0 0,0 1 1 0 0,1-1-1 0 0,-1-1 1 0 0,1 1 0 0 0,0 0-1 0 0,-1 0 1 0 0,1-1-1 0 0,0 0 1 0 0,0 1 0 0 0,0-1-1 0 0,0 0 1 0 0,0 0-1 0 0,0 0 1 0 0,0 0-1 0 0,1 0 1 0 0,-1 0 0 0 0,-1-5-1 0 0,-1 0-154 0 0,0 0 1 0 0,1 0-1 0 0,1 0 0 0 0,-1-1 0 0 0,1 1 0 0 0,0-1 0 0 0,1 0 1 0 0,-1 1-1 0 0,2-1 0 0 0,-1 0 0 0 0,1 0 0 0 0,0 0 1 0 0,2-10-1 0 0,3-11-427 0 0,1 0 1 0 0,12-34-1 0 0,-5 19-113 0 0,-5 12 226 0 0,2 0 0 0 0,1 1 0 0 0,1 1 0 0 0,2 0-1 0 0,1 0 1 0 0,1 2 0 0 0,20-27 0 0 0,-33 51 396 0 0,-2 4-81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33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F03CD-B2ED-657B-4B95-0CF7877F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60A5A-133E-6AC5-5D0C-E12B81944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0AFBA-B89E-151F-7DB1-84C421C85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3CEC7-2771-7A46-0F61-22B17B61B1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39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8899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6674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130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976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0138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684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9342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7985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6996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10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1553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47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490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21" Type="http://schemas.openxmlformats.org/officeDocument/2006/relationships/customXml" Target="../ink/ink10.xml"/><Relationship Id="rId42" Type="http://schemas.openxmlformats.org/officeDocument/2006/relationships/image" Target="../media/image23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6.png"/><Relationship Id="rId16" Type="http://schemas.openxmlformats.org/officeDocument/2006/relationships/image" Target="../media/image10.png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40" Type="http://schemas.openxmlformats.org/officeDocument/2006/relationships/image" Target="../media/image22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1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6.png"/><Relationship Id="rId56" Type="http://schemas.openxmlformats.org/officeDocument/2006/relationships/image" Target="../media/image30.png"/><Relationship Id="rId64" Type="http://schemas.openxmlformats.org/officeDocument/2006/relationships/image" Target="../media/image34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72" Type="http://schemas.openxmlformats.org/officeDocument/2006/relationships/image" Target="../media/image38.png"/><Relationship Id="rId3" Type="http://schemas.openxmlformats.org/officeDocument/2006/relationships/customXml" Target="../ink/ink1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46" Type="http://schemas.openxmlformats.org/officeDocument/2006/relationships/image" Target="../media/image25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54" Type="http://schemas.openxmlformats.org/officeDocument/2006/relationships/image" Target="../media/image29.png"/><Relationship Id="rId62" Type="http://schemas.openxmlformats.org/officeDocument/2006/relationships/image" Target="../media/image33.png"/><Relationship Id="rId70" Type="http://schemas.openxmlformats.org/officeDocument/2006/relationships/image" Target="../media/image37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7.png"/><Relationship Id="rId31" Type="http://schemas.openxmlformats.org/officeDocument/2006/relationships/customXml" Target="../ink/ink15.xml"/><Relationship Id="rId44" Type="http://schemas.openxmlformats.org/officeDocument/2006/relationships/image" Target="../media/image24.png"/><Relationship Id="rId52" Type="http://schemas.openxmlformats.org/officeDocument/2006/relationships/image" Target="../media/image28.png"/><Relationship Id="rId60" Type="http://schemas.openxmlformats.org/officeDocument/2006/relationships/image" Target="../media/image32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1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39" Type="http://schemas.openxmlformats.org/officeDocument/2006/relationships/customXml" Target="../ink/ink19.xml"/><Relationship Id="rId34" Type="http://schemas.openxmlformats.org/officeDocument/2006/relationships/image" Target="../media/image19.png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76" Type="http://schemas.openxmlformats.org/officeDocument/2006/relationships/image" Target="../media/image40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10058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Neural Network for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 Stress Intensity Factor Extraction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Abijeet Rajasekaran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Williams-Enriched PINN  ·  FEniCS Validation  ·  Plane Stress &amp; Plane Strain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2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Physics-Informed Neural Network (PINN) trained to compute the Mode I Stress Intensity Factor (K₁) in cracked concrete slabs under tensile loading — no finite-element mesh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087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solves the governing linear elasticity PDEs while embedding the Williams singular near-tip displacement field directly in its architecture. K₁ is extracted as a learnable scalar parameter.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23774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5087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Tada handbook formula and an independent FEniCS FEM solution. Both plane stress and plane strain formulations implemented. Final errors: 3.3 – 5.8 % vs FEM reference.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is the computational backend of a rover-mounted structural inspection system integrating computer-vision crack detection with real-time LEFM assessment.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Geometry — SEN Plate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3 / 11</a:t>
            </a:r>
            <a:endParaRPr lang="en-US" sz="900" dirty="0"/>
          </a:p>
        </p:txBody>
      </p:sp>
      <p:pic>
        <p:nvPicPr>
          <p:cNvPr id="5" name="Image 0" descr="/mnt/user-data/uploads/1776224025836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65760" y="975077"/>
            <a:ext cx="38404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34840" y="1005840"/>
            <a:ext cx="438912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0" y="1051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04241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— isotropic linear elastic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30,000 MPa   ν = 0.20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764792"/>
            <a:ext cx="4389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8105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180136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Single-Edge-Notch (SEN) plate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100 mm, H = 100 mm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34840" y="2523744"/>
            <a:ext cx="438912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25694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06440" y="25603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 = 20 mm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a/W = 0.20  (LEFM valid: a/W &lt; 0.30)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34840" y="3282696"/>
            <a:ext cx="4389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33284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33192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tension σ_app = 100 MPa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(user-specifiable in deployed system)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34840" y="4041648"/>
            <a:ext cx="438912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40873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06440" y="407822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 (opening)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crack, perpendicular to load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4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K₁ accurately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PINN to produce K₁ within 5% of FEM reference for Mode I edge cracks in concrete with a/W ≤ 0.3.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user 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user-specified σ_app so that a practitioner can input the real in-situ load and obtain the actual K₁ — not just a dimensionless factor.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safety assessment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extracted K₁ against the concrete fracture toughness K₁c to report residual safety margin (K₁c / K₁) in real 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886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the computational backend when the CV pipeline delivers crack geometry — image → crack coordinates → K₁ → safety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Why PINNs Over Surrogates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Novel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Williams Enrichment: Standard solid mechanics PINNs (Haghighat et al., 2021) and phase-field fracture PINNs (Goswami et al., 2020) require heavy post-processing to extract stress intensity. Inspired by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Finite Element Methods (XFEM) (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Moës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1999), we embedded the singular O(r​) field directly into the forward pass to bypass the spectral bias of standard MLPs.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K₁ amplitude constrained by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softplus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remain physically positive throughout training.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inspection pipeline, field image → CV → PINN → safety margin. No comparable system reported for concrete infrastructure.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Variable-load output gives structural safety margin (Ki/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directly, not a dimensionless concentration factor.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0" cy="39319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Surrogate?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93192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Surrogates interpolate within training data only. PINNs enforce the PDE for any input — no out-of-distribution failure.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4688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guarantee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788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outputs can violate equilibrium and compatibility. PINN residuals directly satisfy the governing equations.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474720"/>
            <a:ext cx="393192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dependency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Surrogates need large FEM databases. PINNs are self-supervised — no labelled solution data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Mechanics Theory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Equations (equilibrium)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∂σ_xx/∂x + ∂σ_xy/∂y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∂σ_xy/∂x + ∂σ_yy/∂y =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Constitutive Law (plane strain)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877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σ_xx = λ(u_x + v_y) + 2μ u_x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σ_yy = λ(u_x + v_y) + 2μ v_y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σ_xy = μ(u_y + v_x)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λ = Eν/((1+ν)(1–2ν))  μ = E/(2(1+ν))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977639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Tada, Paris, &amp; Irwin (2000), The Stress Analysis of Cracks Handbook (SEN, a/W = 0.20)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1148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221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K₁ = σ_app · √(πa) · F(a/W)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F(0.20) = 1.37  →  K₁ = 1086.5 MPa√mm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0" cy="39319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Near-Tip Expansion (Mode 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93192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53312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(K₁/2μ)·√(r/2π)·cos(θ/2)·(κ–1+2sin²(θ/2))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(K₁/2μ)·√(r/2π)·sin(θ/2)·(κ+1–2cos²(θ/2))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 stress: κ = (3–ν)/(1+ν)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 strain: κ = 3–4ν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J-Integral (path-independent)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246120"/>
            <a:ext cx="393192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273552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∮ [W·n_x – T_i·∂u_i/∂x] dΓ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 stress: K₁ = √(J·E)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 strain: K₁ = √(J·E/(1–ν²))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Architecture — Displacement Decomposition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7 / 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255" y="367286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4×128 Tanh MLP learns the smooth far-field remainder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William’s base adds √r singularity analytically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Softplus</a:t>
            </a: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 on K₁_raw guarantees positive amplitude throughout training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Loss = PDE + 5 BC terms + rigid-body pin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Adam 1e-3 lr → StepLR ×0.3 every 5 k epochs · 15 k total epochs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6616C-C2DB-D380-D525-C7DC1035C85B}"/>
              </a:ext>
            </a:extLst>
          </p:cNvPr>
          <p:cNvSpPr/>
          <p:nvPr/>
        </p:nvSpPr>
        <p:spPr>
          <a:xfrm>
            <a:off x="385762" y="1523337"/>
            <a:ext cx="1407319" cy="110013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(x, y)</a:t>
            </a:r>
          </a:p>
          <a:p>
            <a:pPr algn="ctr"/>
            <a:r>
              <a:rPr lang="en-IN" sz="1200" dirty="0"/>
              <a:t>Spatial coordinates</a:t>
            </a:r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1555D2-2C56-C0FD-C6E9-8F81A0D44EB9}"/>
              </a:ext>
            </a:extLst>
          </p:cNvPr>
          <p:cNvSpPr/>
          <p:nvPr/>
        </p:nvSpPr>
        <p:spPr>
          <a:xfrm>
            <a:off x="2443639" y="983891"/>
            <a:ext cx="2028830" cy="1390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Smooth Network</a:t>
            </a:r>
          </a:p>
          <a:p>
            <a:pPr algn="ctr"/>
            <a:endParaRPr lang="en-IN" sz="1200" dirty="0"/>
          </a:p>
          <a:p>
            <a:pPr algn="ctr"/>
            <a:r>
              <a:rPr lang="en-IN" sz="1200" dirty="0"/>
              <a:t>4 x 128 Tanh</a:t>
            </a:r>
          </a:p>
          <a:p>
            <a:pPr algn="ctr"/>
            <a:r>
              <a:rPr lang="en-IN" sz="1200" dirty="0"/>
              <a:t>MLP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926D20-7F0C-6523-B472-B7D659D0AA2F}"/>
              </a:ext>
            </a:extLst>
          </p:cNvPr>
          <p:cNvSpPr/>
          <p:nvPr/>
        </p:nvSpPr>
        <p:spPr>
          <a:xfrm>
            <a:off x="2393515" y="2516696"/>
            <a:ext cx="2205038" cy="84099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William’s Base</a:t>
            </a:r>
          </a:p>
          <a:p>
            <a:pPr algn="ctr"/>
            <a:endParaRPr lang="en-IN" sz="1200" dirty="0"/>
          </a:p>
          <a:p>
            <a:pPr algn="ctr"/>
            <a:r>
              <a:rPr lang="en-IN" sz="1200" dirty="0" err="1"/>
              <a:t>w_u</a:t>
            </a:r>
            <a:r>
              <a:rPr lang="en-IN" sz="1200" dirty="0"/>
              <a:t>, </a:t>
            </a:r>
            <a:r>
              <a:rPr lang="en-IN" sz="1200" dirty="0" err="1"/>
              <a:t>w_v</a:t>
            </a:r>
            <a:endParaRPr lang="en-IN" sz="1200" dirty="0"/>
          </a:p>
          <a:p>
            <a:pPr algn="ctr"/>
            <a:r>
              <a:rPr lang="en-US" sz="1200" dirty="0"/>
              <a:t>√r</a:t>
            </a:r>
            <a:r>
              <a:rPr lang="en-IN" sz="1200" dirty="0"/>
              <a:t> singularity</a:t>
            </a:r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4A4C08-E333-B19E-5690-9130E0EFDD2F}"/>
              </a:ext>
            </a:extLst>
          </p:cNvPr>
          <p:cNvSpPr/>
          <p:nvPr/>
        </p:nvSpPr>
        <p:spPr>
          <a:xfrm>
            <a:off x="5379721" y="1062849"/>
            <a:ext cx="1178239" cy="8951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∑</a:t>
            </a:r>
          </a:p>
          <a:p>
            <a:pPr algn="ctr"/>
            <a:r>
              <a:rPr lang="en-IN" sz="1200" dirty="0"/>
              <a:t>Add smoothing + singularity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6020F7-2823-6077-0396-54F744D38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25669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BA733B-215D-97AD-47AA-2774A993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2719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D293D28-FFC4-8A10-16FB-16A019409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8" y="2871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6CC27DA-CF57-F04E-5572-B1F186AE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163" y="284707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D0F810B-D8E6-A464-1EEE-73D337A0A6C5}"/>
              </a:ext>
            </a:extLst>
          </p:cNvPr>
          <p:cNvSpPr/>
          <p:nvPr/>
        </p:nvSpPr>
        <p:spPr>
          <a:xfrm>
            <a:off x="5253992" y="2622028"/>
            <a:ext cx="1549239" cy="885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 = KI/2µ</a:t>
            </a:r>
          </a:p>
          <a:p>
            <a:pPr algn="ctr"/>
            <a:r>
              <a:rPr lang="en-IN" sz="1200" dirty="0"/>
              <a:t>Learnable scalar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610B21-3CEC-6635-9167-6A2643CE10D9}"/>
              </a:ext>
            </a:extLst>
          </p:cNvPr>
          <p:cNvSpPr/>
          <p:nvPr/>
        </p:nvSpPr>
        <p:spPr>
          <a:xfrm>
            <a:off x="7328060" y="1939318"/>
            <a:ext cx="1407319" cy="78007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(u, v)</a:t>
            </a:r>
          </a:p>
          <a:p>
            <a:pPr algn="ctr"/>
            <a:r>
              <a:rPr lang="en-IN" sz="1200" dirty="0"/>
              <a:t>Total displacements</a:t>
            </a:r>
            <a:endParaRPr lang="en-US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612666-75D2-706D-E3CD-4BAB84609928}"/>
              </a:ext>
            </a:extLst>
          </p:cNvPr>
          <p:cNvCxnSpPr>
            <a:stCxn id="7" idx="3"/>
          </p:cNvCxnSpPr>
          <p:nvPr/>
        </p:nvCxnSpPr>
        <p:spPr>
          <a:xfrm>
            <a:off x="1793081" y="2073402"/>
            <a:ext cx="6505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3CE4F2-EF64-1CE3-575F-F6B47FD475EA}"/>
              </a:ext>
            </a:extLst>
          </p:cNvPr>
          <p:cNvCxnSpPr>
            <a:stCxn id="8" idx="3"/>
          </p:cNvCxnSpPr>
          <p:nvPr/>
        </p:nvCxnSpPr>
        <p:spPr>
          <a:xfrm>
            <a:off x="4472469" y="1679353"/>
            <a:ext cx="907252" cy="10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5F7AC1-2EF8-595D-2844-D35ACC72E9C4}"/>
              </a:ext>
            </a:extLst>
          </p:cNvPr>
          <p:cNvCxnSpPr>
            <a:stCxn id="9" idx="3"/>
          </p:cNvCxnSpPr>
          <p:nvPr/>
        </p:nvCxnSpPr>
        <p:spPr>
          <a:xfrm flipV="1">
            <a:off x="4598553" y="2937195"/>
            <a:ext cx="6554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E01ECD-70B8-499B-E80F-66AEFD2EB76E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6557960" y="1510416"/>
            <a:ext cx="770100" cy="818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ECC425-475D-6C17-4920-7F26BB709406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6803231" y="2329353"/>
            <a:ext cx="524829" cy="735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DDC6BB-D15A-5C1C-071A-575B017DAE72}"/>
              </a:ext>
            </a:extLst>
          </p:cNvPr>
          <p:cNvSpPr txBox="1"/>
          <p:nvPr/>
        </p:nvSpPr>
        <p:spPr>
          <a:xfrm>
            <a:off x="4817786" y="3651744"/>
            <a:ext cx="4101080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Base Framework: Adapts the foundational Physics-Informed Neural Network methodology introduced by </a:t>
            </a:r>
            <a:r>
              <a:rPr lang="en-US" sz="1200" dirty="0" err="1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Raissi</a:t>
            </a: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Perdikaris</a:t>
            </a: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200" dirty="0" err="1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Karniadakis</a:t>
            </a: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 (2019).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1200" dirty="0">
              <a:solidFill>
                <a:schemeClr val="bg1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Optimization: Jointly optimized using Adam (Kingma &amp; Ba, 2014) for initial convergence, followed by L-BFGS for strict energy alignment.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8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FEniCS FEM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26464"/>
            <a:ext cx="3657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9,841 vertices · 19,134 triangles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material params (E = 30 k MPa, ν = 0.20)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J-integral on 3 concentric annuli (r = [1,5], [2,9], [3,12] mm)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variation: 0.0% — mesh adequate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vs Tada error: 0.3%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K₁ = 1083.75 MPa√mm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Two PINN Methods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426464"/>
            <a:ext cx="38404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method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K₁_raw converted via softplus after training: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K₁ = softplus(K₁_raw) × 2μ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651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displacement fit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926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projection of PINN v-displacement onto Williams basis on arc r = 6 mm around tip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749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J-integral (diagnostic)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4023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at r = 2 mm where Gaussian cutoff retains ~94% amplitude. Reported for transparency —&gt; path-dependent beyond R_CUT.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Param and Williams agree within ~1% → field is self-consistent → result trusted.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9 / 11</a:t>
            </a:r>
            <a:endParaRPr lang="en-US" sz="900" dirty="0"/>
          </a:p>
        </p:txBody>
      </p:sp>
      <p:pic>
        <p:nvPicPr>
          <p:cNvPr id="5" name="Image 0" descr="/mnt/user-data/uploads/1776223971143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60120"/>
            <a:ext cx="84124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480560"/>
            <a:ext cx="26517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4988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drops 8 orders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727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0 → 15k: ~40 → 5×10⁻⁵ — well-converged solution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4480560"/>
            <a:ext cx="26517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44988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decay markers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0" y="4727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 at epochs 4k and 8k triggers loss steps down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4480560"/>
            <a:ext cx="26517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44988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stable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4727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stress and plane strain follow parallel trajectories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C4670-9850-B6EA-BA74-EA02C58C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670D05-414B-3100-B1CB-0F03A4DAFCD8}"/>
              </a:ext>
            </a:extLst>
          </p:cNvPr>
          <p:cNvSpPr/>
          <p:nvPr/>
        </p:nvSpPr>
        <p:spPr>
          <a:xfrm>
            <a:off x="457200" y="1178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53751A-7D60-0611-0E55-C3D27F1D4376}"/>
              </a:ext>
            </a:extLst>
          </p:cNvPr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505ACF-6BB7-5B2B-A0EA-BA46E9105064}"/>
              </a:ext>
            </a:extLst>
          </p:cNvPr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10 / 11</a:t>
            </a:r>
            <a:endParaRPr lang="en-US" sz="9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394F0DD-4810-827E-1531-22DE7713B0CE}"/>
              </a:ext>
            </a:extLst>
          </p:cNvPr>
          <p:cNvSpPr/>
          <p:nvPr/>
        </p:nvSpPr>
        <p:spPr>
          <a:xfrm>
            <a:off x="457200" y="620768"/>
            <a:ext cx="8412480" cy="979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b="1" dirty="0">
                <a:solidFill>
                  <a:schemeClr val="bg1"/>
                </a:solidFill>
              </a:rPr>
              <a:t>Displacement Decomposition: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u_total</a:t>
            </a:r>
            <a:r>
              <a:rPr lang="en-US" sz="1100" dirty="0">
                <a:solidFill>
                  <a:schemeClr val="bg1"/>
                </a:solidFill>
              </a:rPr>
              <a:t> = </a:t>
            </a:r>
            <a:r>
              <a:rPr lang="en-US" sz="1100" dirty="0" err="1">
                <a:solidFill>
                  <a:schemeClr val="bg1"/>
                </a:solidFill>
              </a:rPr>
              <a:t>u_smooth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n-US" sz="1100" dirty="0" err="1">
                <a:solidFill>
                  <a:schemeClr val="bg1"/>
                </a:solidFill>
              </a:rPr>
              <a:t>x,y</a:t>
            </a:r>
            <a:r>
              <a:rPr lang="en-US" sz="1100" dirty="0">
                <a:solidFill>
                  <a:schemeClr val="bg1"/>
                </a:solidFill>
              </a:rPr>
              <a:t>) + A · </a:t>
            </a:r>
            <a:r>
              <a:rPr lang="en-US" sz="1100" dirty="0" err="1">
                <a:solidFill>
                  <a:schemeClr val="bg1"/>
                </a:solidFill>
              </a:rPr>
              <a:t>w_u</a:t>
            </a:r>
            <a:r>
              <a:rPr lang="en-US" sz="1100" dirty="0">
                <a:solidFill>
                  <a:schemeClr val="bg1"/>
                </a:solidFill>
              </a:rPr>
              <a:t>(r,</a:t>
            </a:r>
            <a:r>
              <a:rPr lang="el-GR" sz="1100" dirty="0">
                <a:solidFill>
                  <a:schemeClr val="bg1"/>
                </a:solidFill>
              </a:rPr>
              <a:t>θ)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 err="1">
                <a:solidFill>
                  <a:schemeClr val="bg1"/>
                </a:solidFill>
              </a:rPr>
              <a:t>v_total</a:t>
            </a:r>
            <a:r>
              <a:rPr lang="en-US" sz="1100" dirty="0">
                <a:solidFill>
                  <a:schemeClr val="bg1"/>
                </a:solidFill>
              </a:rPr>
              <a:t> = </a:t>
            </a:r>
            <a:r>
              <a:rPr lang="en-US" sz="1100" dirty="0" err="1">
                <a:solidFill>
                  <a:schemeClr val="bg1"/>
                </a:solidFill>
              </a:rPr>
              <a:t>v_smooth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n-US" sz="1100" dirty="0" err="1">
                <a:solidFill>
                  <a:schemeClr val="bg1"/>
                </a:solidFill>
              </a:rPr>
              <a:t>x,y</a:t>
            </a:r>
            <a:r>
              <a:rPr lang="en-US" sz="1100" dirty="0">
                <a:solidFill>
                  <a:schemeClr val="bg1"/>
                </a:solidFill>
              </a:rPr>
              <a:t>) + A · </a:t>
            </a:r>
            <a:r>
              <a:rPr lang="en-US" sz="1100" dirty="0" err="1">
                <a:solidFill>
                  <a:schemeClr val="bg1"/>
                </a:solidFill>
              </a:rPr>
              <a:t>w_v</a:t>
            </a:r>
            <a:r>
              <a:rPr lang="en-US" sz="1100" dirty="0">
                <a:solidFill>
                  <a:schemeClr val="bg1"/>
                </a:solidFill>
              </a:rPr>
              <a:t>(r,</a:t>
            </a:r>
            <a:r>
              <a:rPr lang="el-GR" sz="1100" dirty="0">
                <a:solidFill>
                  <a:schemeClr val="bg1"/>
                </a:solidFill>
              </a:rPr>
              <a:t>θ)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 err="1">
                <a:solidFill>
                  <a:schemeClr val="bg1"/>
                </a:solidFill>
              </a:rPr>
              <a:t>u_smooth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v_smooth</a:t>
            </a:r>
            <a:r>
              <a:rPr lang="en-US" sz="1100" dirty="0">
                <a:solidFill>
                  <a:schemeClr val="bg1"/>
                </a:solidFill>
              </a:rPr>
              <a:t> → 4×128 Tanh MLP (learns smooth far-field)</a:t>
            </a:r>
          </a:p>
          <a:p>
            <a:r>
              <a:rPr lang="en-US" sz="1100" dirty="0">
                <a:solidFill>
                  <a:schemeClr val="bg1"/>
                </a:solidFill>
              </a:rPr>
              <a:t>A = </a:t>
            </a:r>
            <a:r>
              <a:rPr lang="en-US" sz="1100" dirty="0" err="1">
                <a:solidFill>
                  <a:schemeClr val="bg1"/>
                </a:solidFill>
              </a:rPr>
              <a:t>softplus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n-US" sz="1100" dirty="0" err="1">
                <a:solidFill>
                  <a:schemeClr val="bg1"/>
                </a:solidFill>
              </a:rPr>
              <a:t>KI_raw</a:t>
            </a:r>
            <a:r>
              <a:rPr lang="en-US" sz="1100" dirty="0">
                <a:solidFill>
                  <a:schemeClr val="bg1"/>
                </a:solidFill>
              </a:rPr>
              <a:t>) → single learnable scalar, always positive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w_u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w_v</a:t>
            </a:r>
            <a:r>
              <a:rPr lang="en-US" sz="1100" dirty="0">
                <a:solidFill>
                  <a:schemeClr val="bg1"/>
                </a:solidFill>
              </a:rPr>
              <a:t> → Williams Mode I basis (analytical, fixed)Williams Basis (Mode I, exact near-tip field)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w_u</a:t>
            </a:r>
            <a:r>
              <a:rPr lang="en-US" sz="1100" dirty="0">
                <a:solidFill>
                  <a:schemeClr val="bg1"/>
                </a:solidFill>
              </a:rPr>
              <a:t> = √(r/2</a:t>
            </a:r>
            <a:r>
              <a:rPr lang="el-GR" sz="1100" dirty="0">
                <a:solidFill>
                  <a:schemeClr val="bg1"/>
                </a:solidFill>
              </a:rPr>
              <a:t>π) · </a:t>
            </a:r>
            <a:r>
              <a:rPr lang="en-US" sz="1100" dirty="0">
                <a:solidFill>
                  <a:schemeClr val="bg1"/>
                </a:solidFill>
              </a:rPr>
              <a:t>cos(</a:t>
            </a:r>
            <a:r>
              <a:rPr lang="el-GR" sz="1100" dirty="0">
                <a:solidFill>
                  <a:schemeClr val="bg1"/>
                </a:solidFill>
              </a:rPr>
              <a:t>θ/2) · (κ − 1 + 2</a:t>
            </a:r>
            <a:r>
              <a:rPr lang="en-US" sz="1100" dirty="0">
                <a:solidFill>
                  <a:schemeClr val="bg1"/>
                </a:solidFill>
              </a:rPr>
              <a:t>sin²(</a:t>
            </a:r>
            <a:r>
              <a:rPr lang="el-GR" sz="1100" dirty="0">
                <a:solidFill>
                  <a:schemeClr val="bg1"/>
                </a:solidFill>
              </a:rPr>
              <a:t>θ/2)</a:t>
            </a:r>
            <a:r>
              <a:rPr lang="en-US" sz="1100" dirty="0">
                <a:solidFill>
                  <a:schemeClr val="bg1"/>
                </a:solidFill>
              </a:rPr>
              <a:t>)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w_v</a:t>
            </a:r>
            <a:r>
              <a:rPr lang="en-US" sz="1100" dirty="0">
                <a:solidFill>
                  <a:schemeClr val="bg1"/>
                </a:solidFill>
              </a:rPr>
              <a:t> = √(r/2</a:t>
            </a:r>
            <a:r>
              <a:rPr lang="el-GR" sz="1100" dirty="0">
                <a:solidFill>
                  <a:schemeClr val="bg1"/>
                </a:solidFill>
              </a:rPr>
              <a:t>π) · </a:t>
            </a:r>
            <a:r>
              <a:rPr lang="en-US" sz="1100" dirty="0">
                <a:solidFill>
                  <a:schemeClr val="bg1"/>
                </a:solidFill>
              </a:rPr>
              <a:t>sin(</a:t>
            </a:r>
            <a:r>
              <a:rPr lang="el-GR" sz="1100" dirty="0">
                <a:solidFill>
                  <a:schemeClr val="bg1"/>
                </a:solidFill>
              </a:rPr>
              <a:t>θ/2) · (κ + 1 − 2</a:t>
            </a:r>
            <a:r>
              <a:rPr lang="en-US" sz="1100" dirty="0">
                <a:solidFill>
                  <a:schemeClr val="bg1"/>
                </a:solidFill>
              </a:rPr>
              <a:t>cos²(</a:t>
            </a:r>
            <a:r>
              <a:rPr lang="el-GR" sz="1100" dirty="0">
                <a:solidFill>
                  <a:schemeClr val="bg1"/>
                </a:solidFill>
              </a:rPr>
              <a:t>θ/2))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l-GR" sz="1100" dirty="0">
                <a:solidFill>
                  <a:schemeClr val="bg1"/>
                </a:solidFill>
              </a:rPr>
              <a:t>κ = (3−ν)/(1+ν) = 2.333 → </a:t>
            </a:r>
            <a:r>
              <a:rPr lang="en-US" sz="1100" dirty="0">
                <a:solidFill>
                  <a:schemeClr val="bg1"/>
                </a:solidFill>
              </a:rPr>
              <a:t>plane stress</a:t>
            </a:r>
          </a:p>
          <a:p>
            <a:r>
              <a:rPr lang="el-GR" sz="1100" dirty="0">
                <a:solidFill>
                  <a:schemeClr val="bg1"/>
                </a:solidFill>
              </a:rPr>
              <a:t>κ = 3 − 4ν = 2.20 → </a:t>
            </a:r>
            <a:r>
              <a:rPr lang="en-US" sz="1100" dirty="0">
                <a:solidFill>
                  <a:schemeClr val="bg1"/>
                </a:solidFill>
              </a:rPr>
              <a:t>plane strain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Ki Extraction: 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Parametric: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KI = </a:t>
            </a:r>
            <a:r>
              <a:rPr lang="en-US" sz="1100" b="1" dirty="0" err="1">
                <a:solidFill>
                  <a:schemeClr val="bg1"/>
                </a:solidFill>
              </a:rPr>
              <a:t>softplus</a:t>
            </a:r>
            <a:r>
              <a:rPr lang="en-US" sz="1100" b="1" dirty="0">
                <a:solidFill>
                  <a:schemeClr val="bg1"/>
                </a:solidFill>
              </a:rPr>
              <a:t>(</a:t>
            </a:r>
            <a:r>
              <a:rPr lang="en-US" sz="1100" b="1" dirty="0" err="1">
                <a:solidFill>
                  <a:schemeClr val="bg1"/>
                </a:solidFill>
              </a:rPr>
              <a:t>KI_raw</a:t>
            </a:r>
            <a:r>
              <a:rPr lang="en-US" sz="1100" b="1" dirty="0">
                <a:solidFill>
                  <a:schemeClr val="bg1"/>
                </a:solidFill>
              </a:rPr>
              <a:t>) × 2</a:t>
            </a:r>
            <a:r>
              <a:rPr lang="el-GR" sz="1100" b="1" dirty="0">
                <a:solidFill>
                  <a:schemeClr val="bg1"/>
                </a:solidFill>
              </a:rPr>
              <a:t>μ</a:t>
            </a:r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Williams: Making a semicircle at some r</a:t>
            </a:r>
          </a:p>
          <a:p>
            <a:r>
              <a:rPr lang="en-US" sz="1100" dirty="0">
                <a:solidFill>
                  <a:schemeClr val="bg1"/>
                </a:solidFill>
              </a:rPr>
              <a:t>v = KI · [ (1/2</a:t>
            </a:r>
            <a:r>
              <a:rPr lang="el-GR" sz="1100" dirty="0">
                <a:solidFill>
                  <a:schemeClr val="bg1"/>
                </a:solidFill>
              </a:rPr>
              <a:t>μ) · √(</a:t>
            </a:r>
            <a:r>
              <a:rPr lang="en-US" sz="1100" dirty="0">
                <a:solidFill>
                  <a:schemeClr val="bg1"/>
                </a:solidFill>
              </a:rPr>
              <a:t>r/2</a:t>
            </a:r>
            <a:r>
              <a:rPr lang="el-GR" sz="1100" dirty="0">
                <a:solidFill>
                  <a:schemeClr val="bg1"/>
                </a:solidFill>
              </a:rPr>
              <a:t>π) · </a:t>
            </a:r>
            <a:r>
              <a:rPr lang="en-US" sz="1100" dirty="0">
                <a:solidFill>
                  <a:schemeClr val="bg1"/>
                </a:solidFill>
              </a:rPr>
              <a:t>sin(</a:t>
            </a:r>
            <a:r>
              <a:rPr lang="el-GR" sz="1100" dirty="0">
                <a:solidFill>
                  <a:schemeClr val="bg1"/>
                </a:solidFill>
              </a:rPr>
              <a:t>θ/2) · (κ+1 − 2</a:t>
            </a:r>
            <a:r>
              <a:rPr lang="en-US" sz="1100" dirty="0">
                <a:solidFill>
                  <a:schemeClr val="bg1"/>
                </a:solidFill>
              </a:rPr>
              <a:t>cos²(</a:t>
            </a:r>
            <a:r>
              <a:rPr lang="el-GR" sz="1100" dirty="0">
                <a:solidFill>
                  <a:schemeClr val="bg1"/>
                </a:solidFill>
              </a:rPr>
              <a:t>θ/2)) ]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The bracket is everything except KI. At a fixed radius r=6, everything inside the bracket is a known number at each angle θ. So define: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v_unit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l-GR" sz="1100" dirty="0">
                <a:solidFill>
                  <a:schemeClr val="bg1"/>
                </a:solidFill>
              </a:rPr>
              <a:t>θ) = (1/2μ) · √(</a:t>
            </a:r>
            <a:r>
              <a:rPr lang="en-US" sz="1100" dirty="0">
                <a:solidFill>
                  <a:schemeClr val="bg1"/>
                </a:solidFill>
              </a:rPr>
              <a:t>r/2</a:t>
            </a:r>
            <a:r>
              <a:rPr lang="el-GR" sz="1100" dirty="0">
                <a:solidFill>
                  <a:schemeClr val="bg1"/>
                </a:solidFill>
              </a:rPr>
              <a:t>π) · </a:t>
            </a:r>
            <a:r>
              <a:rPr lang="en-US" sz="1100" dirty="0">
                <a:solidFill>
                  <a:schemeClr val="bg1"/>
                </a:solidFill>
              </a:rPr>
              <a:t>sin(</a:t>
            </a:r>
            <a:r>
              <a:rPr lang="el-GR" sz="1100" dirty="0">
                <a:solidFill>
                  <a:schemeClr val="bg1"/>
                </a:solidFill>
              </a:rPr>
              <a:t>θ/2) · (κ+1 − 2</a:t>
            </a:r>
            <a:r>
              <a:rPr lang="en-US" sz="1100" dirty="0">
                <a:solidFill>
                  <a:schemeClr val="bg1"/>
                </a:solidFill>
              </a:rPr>
              <a:t>cos²(</a:t>
            </a:r>
            <a:r>
              <a:rPr lang="el-GR" sz="1100" dirty="0">
                <a:solidFill>
                  <a:schemeClr val="bg1"/>
                </a:solidFill>
              </a:rPr>
              <a:t>θ/2))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fi-FI" sz="1100" dirty="0">
                <a:solidFill>
                  <a:schemeClr val="bg1"/>
                </a:solidFill>
              </a:rPr>
              <a:t>v_PINN(θ) = KI · v_unit(θ) (300 points)</a:t>
            </a:r>
          </a:p>
          <a:p>
            <a:endParaRPr lang="fi-FI" sz="1100" dirty="0">
              <a:solidFill>
                <a:schemeClr val="bg1"/>
              </a:solidFill>
            </a:endParaRPr>
          </a:p>
          <a:p>
            <a:r>
              <a:rPr lang="el-GR" sz="1100" dirty="0">
                <a:solidFill>
                  <a:schemeClr val="bg1"/>
                </a:solidFill>
              </a:rPr>
              <a:t>Σ (</a:t>
            </a:r>
            <a:r>
              <a:rPr lang="en-US" sz="1100" dirty="0" err="1">
                <a:solidFill>
                  <a:schemeClr val="bg1"/>
                </a:solidFill>
              </a:rPr>
              <a:t>v_PINN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l-GR" sz="1100" dirty="0">
                <a:solidFill>
                  <a:schemeClr val="bg1"/>
                </a:solidFill>
              </a:rPr>
              <a:t>θ</a:t>
            </a:r>
            <a:r>
              <a:rPr lang="en-US" sz="1100" dirty="0">
                <a:solidFill>
                  <a:schemeClr val="bg1"/>
                </a:solidFill>
              </a:rPr>
              <a:t>ᵢ) − KI · </a:t>
            </a:r>
            <a:r>
              <a:rPr lang="en-US" sz="1100" dirty="0" err="1">
                <a:solidFill>
                  <a:schemeClr val="bg1"/>
                </a:solidFill>
              </a:rPr>
              <a:t>v_unit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l-GR" sz="1100" dirty="0">
                <a:solidFill>
                  <a:schemeClr val="bg1"/>
                </a:solidFill>
              </a:rPr>
              <a:t>θ</a:t>
            </a:r>
            <a:r>
              <a:rPr lang="en-US" sz="1100" dirty="0">
                <a:solidFill>
                  <a:schemeClr val="bg1"/>
                </a:solidFill>
              </a:rPr>
              <a:t>ᵢ))²</a:t>
            </a:r>
          </a:p>
          <a:p>
            <a:r>
              <a:rPr lang="en-US" sz="1100" dirty="0">
                <a:solidFill>
                  <a:schemeClr val="bg1"/>
                </a:solidFill>
              </a:rPr>
              <a:t>Take the derivative with respect to KI and set to zero:</a:t>
            </a:r>
          </a:p>
          <a:p>
            <a:r>
              <a:rPr lang="en-US" sz="1100" dirty="0">
                <a:solidFill>
                  <a:schemeClr val="bg1"/>
                </a:solidFill>
              </a:rPr>
              <a:t>d/d(KI) </a:t>
            </a:r>
            <a:r>
              <a:rPr lang="el-GR" sz="1100" dirty="0">
                <a:solidFill>
                  <a:schemeClr val="bg1"/>
                </a:solidFill>
              </a:rPr>
              <a:t>Σ (</a:t>
            </a:r>
            <a:r>
              <a:rPr lang="en-US" sz="1100" dirty="0" err="1">
                <a:solidFill>
                  <a:schemeClr val="bg1"/>
                </a:solidFill>
              </a:rPr>
              <a:t>v_PINN</a:t>
            </a:r>
            <a:r>
              <a:rPr lang="en-US" sz="1100" dirty="0">
                <a:solidFill>
                  <a:schemeClr val="bg1"/>
                </a:solidFill>
              </a:rPr>
              <a:t> − KI · </a:t>
            </a:r>
            <a:r>
              <a:rPr lang="en-US" sz="1100" dirty="0" err="1">
                <a:solidFill>
                  <a:schemeClr val="bg1"/>
                </a:solidFill>
              </a:rPr>
              <a:t>v_unit</a:t>
            </a:r>
            <a:r>
              <a:rPr lang="en-US" sz="1100" dirty="0">
                <a:solidFill>
                  <a:schemeClr val="bg1"/>
                </a:solidFill>
              </a:rPr>
              <a:t>)² = 0</a:t>
            </a:r>
          </a:p>
          <a:p>
            <a:r>
              <a:rPr lang="en-US" sz="1100" dirty="0">
                <a:solidFill>
                  <a:schemeClr val="bg1"/>
                </a:solidFill>
              </a:rPr>
              <a:t>−2 </a:t>
            </a:r>
            <a:r>
              <a:rPr lang="el-GR" sz="1100" dirty="0">
                <a:solidFill>
                  <a:schemeClr val="bg1"/>
                </a:solidFill>
              </a:rPr>
              <a:t>Σ </a:t>
            </a:r>
            <a:r>
              <a:rPr lang="en-US" sz="1100" dirty="0" err="1">
                <a:solidFill>
                  <a:schemeClr val="bg1"/>
                </a:solidFill>
              </a:rPr>
              <a:t>v_unit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l-GR" sz="1100" dirty="0">
                <a:solidFill>
                  <a:schemeClr val="bg1"/>
                </a:solidFill>
              </a:rPr>
              <a:t>θ</a:t>
            </a:r>
            <a:r>
              <a:rPr lang="en-US" sz="1100" dirty="0">
                <a:solidFill>
                  <a:schemeClr val="bg1"/>
                </a:solidFill>
              </a:rPr>
              <a:t>ᵢ) · (</a:t>
            </a:r>
            <a:r>
              <a:rPr lang="en-US" sz="1100" dirty="0" err="1">
                <a:solidFill>
                  <a:schemeClr val="bg1"/>
                </a:solidFill>
              </a:rPr>
              <a:t>v_PINN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l-GR" sz="1100" dirty="0">
                <a:solidFill>
                  <a:schemeClr val="bg1"/>
                </a:solidFill>
              </a:rPr>
              <a:t>θ</a:t>
            </a:r>
            <a:r>
              <a:rPr lang="en-US" sz="1100" dirty="0">
                <a:solidFill>
                  <a:schemeClr val="bg1"/>
                </a:solidFill>
              </a:rPr>
              <a:t>ᵢ) − KI · </a:t>
            </a:r>
            <a:r>
              <a:rPr lang="en-US" sz="1100" dirty="0" err="1">
                <a:solidFill>
                  <a:schemeClr val="bg1"/>
                </a:solidFill>
              </a:rPr>
              <a:t>v_unit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l-GR" sz="1100" dirty="0">
                <a:solidFill>
                  <a:schemeClr val="bg1"/>
                </a:solidFill>
              </a:rPr>
              <a:t>θ</a:t>
            </a:r>
            <a:r>
              <a:rPr lang="en-US" sz="1100" dirty="0">
                <a:solidFill>
                  <a:schemeClr val="bg1"/>
                </a:solidFill>
              </a:rPr>
              <a:t>ᵢ)) = 0</a:t>
            </a:r>
          </a:p>
          <a:p>
            <a:r>
              <a:rPr lang="el-GR" sz="1100" dirty="0">
                <a:solidFill>
                  <a:schemeClr val="bg1"/>
                </a:solidFill>
              </a:rPr>
              <a:t>Σ </a:t>
            </a:r>
            <a:r>
              <a:rPr lang="en-US" sz="1100" dirty="0" err="1">
                <a:solidFill>
                  <a:schemeClr val="bg1"/>
                </a:solidFill>
              </a:rPr>
              <a:t>v_unit</a:t>
            </a:r>
            <a:r>
              <a:rPr lang="en-US" sz="1100" dirty="0">
                <a:solidFill>
                  <a:schemeClr val="bg1"/>
                </a:solidFill>
              </a:rPr>
              <a:t> · </a:t>
            </a:r>
            <a:r>
              <a:rPr lang="en-US" sz="1100" dirty="0" err="1">
                <a:solidFill>
                  <a:schemeClr val="bg1"/>
                </a:solidFill>
              </a:rPr>
              <a:t>v_PINN</a:t>
            </a:r>
            <a:r>
              <a:rPr lang="en-US" sz="1100" dirty="0">
                <a:solidFill>
                  <a:schemeClr val="bg1"/>
                </a:solidFill>
              </a:rPr>
              <a:t> = KI · </a:t>
            </a:r>
            <a:r>
              <a:rPr lang="el-GR" sz="1100" dirty="0">
                <a:solidFill>
                  <a:schemeClr val="bg1"/>
                </a:solidFill>
              </a:rPr>
              <a:t>Σ </a:t>
            </a:r>
            <a:r>
              <a:rPr lang="en-US" sz="1100" dirty="0">
                <a:solidFill>
                  <a:schemeClr val="bg1"/>
                </a:solidFill>
              </a:rPr>
              <a:t>v_unit²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KI = </a:t>
            </a:r>
            <a:r>
              <a:rPr lang="el-GR" sz="1100" b="1" dirty="0">
                <a:solidFill>
                  <a:schemeClr val="bg1"/>
                </a:solidFill>
              </a:rPr>
              <a:t>Σ(</a:t>
            </a:r>
            <a:r>
              <a:rPr lang="en-US" sz="1100" b="1" dirty="0" err="1">
                <a:solidFill>
                  <a:schemeClr val="bg1"/>
                </a:solidFill>
              </a:rPr>
              <a:t>v_PINN</a:t>
            </a:r>
            <a:r>
              <a:rPr lang="en-US" sz="1100" b="1" dirty="0">
                <a:solidFill>
                  <a:schemeClr val="bg1"/>
                </a:solidFill>
              </a:rPr>
              <a:t> · </a:t>
            </a:r>
            <a:r>
              <a:rPr lang="en-US" sz="1100" b="1" dirty="0" err="1">
                <a:solidFill>
                  <a:schemeClr val="bg1"/>
                </a:solidFill>
              </a:rPr>
              <a:t>v_unit</a:t>
            </a:r>
            <a:r>
              <a:rPr lang="en-US" sz="1100" b="1" dirty="0">
                <a:solidFill>
                  <a:schemeClr val="bg1"/>
                </a:solidFill>
              </a:rPr>
              <a:t>) / </a:t>
            </a:r>
            <a:r>
              <a:rPr lang="el-GR" sz="1100" b="1" dirty="0">
                <a:solidFill>
                  <a:schemeClr val="bg1"/>
                </a:solidFill>
              </a:rPr>
              <a:t>Σ(</a:t>
            </a:r>
            <a:r>
              <a:rPr lang="en-US" sz="1100" b="1" dirty="0">
                <a:solidFill>
                  <a:schemeClr val="bg1"/>
                </a:solidFill>
              </a:rPr>
              <a:t>v_unit²)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0F3872-9D0B-2D66-725A-BC4413A3BF61}"/>
              </a:ext>
            </a:extLst>
          </p:cNvPr>
          <p:cNvGrpSpPr/>
          <p:nvPr/>
        </p:nvGrpSpPr>
        <p:grpSpPr>
          <a:xfrm>
            <a:off x="116887" y="1465544"/>
            <a:ext cx="375120" cy="1629360"/>
            <a:chOff x="116887" y="1465544"/>
            <a:chExt cx="375120" cy="16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A32821C-2084-F71A-CE1B-B5BDE36A8DB9}"/>
                    </a:ext>
                  </a:extLst>
                </p14:cNvPr>
                <p14:cNvContentPartPr/>
                <p14:nvPr/>
              </p14:nvContentPartPr>
              <p14:xfrm>
                <a:off x="116887" y="1465544"/>
                <a:ext cx="375120" cy="1567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A32821C-2084-F71A-CE1B-B5BDE36A8D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887" y="1447904"/>
                  <a:ext cx="410760" cy="16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925E8E4-68F7-FDD4-CED3-A75CC470C468}"/>
                    </a:ext>
                  </a:extLst>
                </p14:cNvPr>
                <p14:cNvContentPartPr/>
                <p14:nvPr/>
              </p14:nvContentPartPr>
              <p14:xfrm>
                <a:off x="321727" y="2876024"/>
                <a:ext cx="145080" cy="218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925E8E4-68F7-FDD4-CED3-A75CC470C46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4087" y="2858024"/>
                  <a:ext cx="18072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80BA6AB-2C6B-42D9-22CF-AB4696CA81FD}"/>
              </a:ext>
            </a:extLst>
          </p:cNvPr>
          <p:cNvGrpSpPr/>
          <p:nvPr/>
        </p:nvGrpSpPr>
        <p:grpSpPr>
          <a:xfrm>
            <a:off x="2432407" y="2617904"/>
            <a:ext cx="1330200" cy="420480"/>
            <a:chOff x="2432407" y="2617904"/>
            <a:chExt cx="133020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FB4D5B5-1C18-7AD1-9FA0-B46032962ACE}"/>
                    </a:ext>
                  </a:extLst>
                </p14:cNvPr>
                <p14:cNvContentPartPr/>
                <p14:nvPr/>
              </p14:nvContentPartPr>
              <p14:xfrm>
                <a:off x="2432407" y="2900864"/>
                <a:ext cx="14040" cy="6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FB4D5B5-1C18-7AD1-9FA0-B46032962AC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14407" y="2883224"/>
                  <a:ext cx="49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9379164-B2D7-E025-FE87-5C9AD14DEC6B}"/>
                    </a:ext>
                  </a:extLst>
                </p14:cNvPr>
                <p14:cNvContentPartPr/>
                <p14:nvPr/>
              </p14:nvContentPartPr>
              <p14:xfrm>
                <a:off x="2578207" y="2872784"/>
                <a:ext cx="2880" cy="3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9379164-B2D7-E025-FE87-5C9AD14DEC6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60567" y="2855144"/>
                  <a:ext cx="38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1801231-477B-9C7A-3DDF-A83093F143D1}"/>
                    </a:ext>
                  </a:extLst>
                </p14:cNvPr>
                <p14:cNvContentPartPr/>
                <p14:nvPr/>
              </p14:nvContentPartPr>
              <p14:xfrm>
                <a:off x="2538247" y="2963144"/>
                <a:ext cx="11520" cy="3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1801231-477B-9C7A-3DDF-A83093F143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20607" y="2945144"/>
                  <a:ext cx="47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1290E7B-E0D0-5346-48E7-7AFDCA7ECAA1}"/>
                    </a:ext>
                  </a:extLst>
                </p14:cNvPr>
                <p14:cNvContentPartPr/>
                <p14:nvPr/>
              </p14:nvContentPartPr>
              <p14:xfrm>
                <a:off x="2743447" y="2829224"/>
                <a:ext cx="50400" cy="150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1290E7B-E0D0-5346-48E7-7AFDCA7ECA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25807" y="2811584"/>
                  <a:ext cx="860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368E97-8695-D0C2-D7C8-C24385158CBB}"/>
                    </a:ext>
                  </a:extLst>
                </p14:cNvPr>
                <p14:cNvContentPartPr/>
                <p14:nvPr/>
              </p14:nvContentPartPr>
              <p14:xfrm>
                <a:off x="2789527" y="2838584"/>
                <a:ext cx="131760" cy="131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368E97-8695-D0C2-D7C8-C24385158CB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71887" y="2820944"/>
                  <a:ext cx="1674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1389E9-7EB6-D1F3-BB53-615C546B95F5}"/>
                    </a:ext>
                  </a:extLst>
                </p14:cNvPr>
                <p14:cNvContentPartPr/>
                <p14:nvPr/>
              </p14:nvContentPartPr>
              <p14:xfrm>
                <a:off x="2937487" y="2840744"/>
                <a:ext cx="52560" cy="64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1389E9-7EB6-D1F3-BB53-615C546B95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19487" y="2822744"/>
                  <a:ext cx="88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C0CE12-1E29-64EF-52FF-E6F9C8250AB2}"/>
                    </a:ext>
                  </a:extLst>
                </p14:cNvPr>
                <p14:cNvContentPartPr/>
                <p14:nvPr/>
              </p14:nvContentPartPr>
              <p14:xfrm>
                <a:off x="2987527" y="2865224"/>
                <a:ext cx="42840" cy="88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C0CE12-1E29-64EF-52FF-E6F9C8250A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69887" y="2847584"/>
                  <a:ext cx="78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79DE41-F451-7BF9-BE15-790082D55F07}"/>
                    </a:ext>
                  </a:extLst>
                </p14:cNvPr>
                <p14:cNvContentPartPr/>
                <p14:nvPr/>
              </p14:nvContentPartPr>
              <p14:xfrm>
                <a:off x="3019927" y="2957024"/>
                <a:ext cx="49320" cy="17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79DE41-F451-7BF9-BE15-790082D55F0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02287" y="2939024"/>
                  <a:ext cx="84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B75A7B5-8178-8E18-B4DE-575B77C7E652}"/>
                    </a:ext>
                  </a:extLst>
                </p14:cNvPr>
                <p14:cNvContentPartPr/>
                <p14:nvPr/>
              </p14:nvContentPartPr>
              <p14:xfrm>
                <a:off x="3142687" y="2771264"/>
                <a:ext cx="32040" cy="10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B75A7B5-8178-8E18-B4DE-575B77C7E65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24687" y="2753624"/>
                  <a:ext cx="67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8009DC7-BC7A-8B3F-9E73-756F4BD342F1}"/>
                    </a:ext>
                  </a:extLst>
                </p14:cNvPr>
                <p14:cNvContentPartPr/>
                <p14:nvPr/>
              </p14:nvContentPartPr>
              <p14:xfrm>
                <a:off x="3177247" y="2810504"/>
                <a:ext cx="43920" cy="34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8009DC7-BC7A-8B3F-9E73-756F4BD342F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59247" y="2792864"/>
                  <a:ext cx="79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4AF163-F397-16A8-D92D-BD20FBF3A301}"/>
                    </a:ext>
                  </a:extLst>
                </p14:cNvPr>
                <p14:cNvContentPartPr/>
                <p14:nvPr/>
              </p14:nvContentPartPr>
              <p14:xfrm>
                <a:off x="3298207" y="2617904"/>
                <a:ext cx="154080" cy="152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4AF163-F397-16A8-D92D-BD20FBF3A3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80207" y="2600264"/>
                  <a:ext cx="1897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F6134DC-FF77-EB09-3CE2-3FE87C8361F4}"/>
                    </a:ext>
                  </a:extLst>
                </p14:cNvPr>
                <p14:cNvContentPartPr/>
                <p14:nvPr/>
              </p14:nvContentPartPr>
              <p14:xfrm>
                <a:off x="3330967" y="2667584"/>
                <a:ext cx="80640" cy="68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F6134DC-FF77-EB09-3CE2-3FE87C8361F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12967" y="2649944"/>
                  <a:ext cx="116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4B8FC7-4B0D-5C5E-15D8-E9EC148780CF}"/>
                    </a:ext>
                  </a:extLst>
                </p14:cNvPr>
                <p14:cNvContentPartPr/>
                <p14:nvPr/>
              </p14:nvContentPartPr>
              <p14:xfrm>
                <a:off x="3355087" y="2803664"/>
                <a:ext cx="190080" cy="82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4B8FC7-4B0D-5C5E-15D8-E9EC148780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37447" y="2786024"/>
                  <a:ext cx="225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726BEF-891D-9258-67C8-F7504DE14A19}"/>
                    </a:ext>
                  </a:extLst>
                </p14:cNvPr>
                <p14:cNvContentPartPr/>
                <p14:nvPr/>
              </p14:nvContentPartPr>
              <p14:xfrm>
                <a:off x="3413047" y="2926424"/>
                <a:ext cx="124920" cy="111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726BEF-891D-9258-67C8-F7504DE14A1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95047" y="2908424"/>
                  <a:ext cx="160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781F265-8831-A023-7274-960E68D7DB6F}"/>
                    </a:ext>
                  </a:extLst>
                </p14:cNvPr>
                <p14:cNvContentPartPr/>
                <p14:nvPr/>
              </p14:nvContentPartPr>
              <p14:xfrm>
                <a:off x="3581887" y="2860184"/>
                <a:ext cx="180720" cy="135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781F265-8831-A023-7274-960E68D7DB6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64247" y="2842184"/>
                  <a:ext cx="21636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61028A3-FB87-E1F6-5BFC-37BF97C5D83F}"/>
                  </a:ext>
                </a:extLst>
              </p14:cNvPr>
              <p14:cNvContentPartPr/>
              <p14:nvPr/>
            </p14:nvContentPartPr>
            <p14:xfrm>
              <a:off x="6840247" y="1906184"/>
              <a:ext cx="614160" cy="612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61028A3-FB87-E1F6-5BFC-37BF97C5D83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822607" y="1888544"/>
                <a:ext cx="64980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74B47F0-A7B9-3DA4-45C4-974B3C5C318E}"/>
                  </a:ext>
                </a:extLst>
              </p14:cNvPr>
              <p14:cNvContentPartPr/>
              <p14:nvPr/>
            </p14:nvContentPartPr>
            <p14:xfrm>
              <a:off x="7060207" y="1404704"/>
              <a:ext cx="47520" cy="8100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74B47F0-A7B9-3DA4-45C4-974B3C5C318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042207" y="1386704"/>
                <a:ext cx="83160" cy="84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C0F9166-335F-F807-D771-3A6BA29D139E}"/>
                  </a:ext>
                </a:extLst>
              </p14:cNvPr>
              <p14:cNvContentPartPr/>
              <p14:nvPr/>
            </p14:nvContentPartPr>
            <p14:xfrm>
              <a:off x="6828727" y="1352504"/>
              <a:ext cx="787320" cy="1164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C0F9166-335F-F807-D771-3A6BA29D139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810727" y="1334864"/>
                <a:ext cx="822960" cy="12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FE4C36A8-E27C-E354-6C90-27BAC2E26C17}"/>
              </a:ext>
            </a:extLst>
          </p:cNvPr>
          <p:cNvGrpSpPr/>
          <p:nvPr/>
        </p:nvGrpSpPr>
        <p:grpSpPr>
          <a:xfrm>
            <a:off x="6337327" y="1187624"/>
            <a:ext cx="2310120" cy="1751760"/>
            <a:chOff x="6337327" y="1187624"/>
            <a:chExt cx="2310120" cy="175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FC066F-A743-9BE6-4ABC-0A5A6BE885CC}"/>
                    </a:ext>
                  </a:extLst>
                </p14:cNvPr>
                <p14:cNvContentPartPr/>
                <p14:nvPr/>
              </p14:nvContentPartPr>
              <p14:xfrm>
                <a:off x="6360367" y="1231544"/>
                <a:ext cx="1234440" cy="1399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FC066F-A743-9BE6-4ABC-0A5A6BE885C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42727" y="1213904"/>
                  <a:ext cx="1270080" cy="14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5888EDE-A648-B842-21C1-1E86448A0DE2}"/>
                    </a:ext>
                  </a:extLst>
                </p14:cNvPr>
                <p14:cNvContentPartPr/>
                <p14:nvPr/>
              </p14:nvContentPartPr>
              <p14:xfrm>
                <a:off x="7501207" y="1248824"/>
                <a:ext cx="910440" cy="45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5888EDE-A648-B842-21C1-1E86448A0DE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83567" y="1230824"/>
                  <a:ext cx="9460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A844F47-7CE0-4371-2E64-9AD8F7A0838F}"/>
                    </a:ext>
                  </a:extLst>
                </p14:cNvPr>
                <p14:cNvContentPartPr/>
                <p14:nvPr/>
              </p14:nvContentPartPr>
              <p14:xfrm>
                <a:off x="6337327" y="1576784"/>
                <a:ext cx="1953360" cy="1348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A844F47-7CE0-4371-2E64-9AD8F7A0838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19687" y="1558784"/>
                  <a:ext cx="1989000" cy="13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57CFA7F-DB90-8E76-4F19-703E9F820340}"/>
                    </a:ext>
                  </a:extLst>
                </p14:cNvPr>
                <p14:cNvContentPartPr/>
                <p14:nvPr/>
              </p14:nvContentPartPr>
              <p14:xfrm>
                <a:off x="6962647" y="1951184"/>
                <a:ext cx="140400" cy="135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57CFA7F-DB90-8E76-4F19-703E9F82034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944647" y="1933184"/>
                  <a:ext cx="176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BA829ED-1636-584E-FD7D-5E73FA603F66}"/>
                    </a:ext>
                  </a:extLst>
                </p14:cNvPr>
                <p14:cNvContentPartPr/>
                <p14:nvPr/>
              </p14:nvContentPartPr>
              <p14:xfrm>
                <a:off x="6914407" y="1740224"/>
                <a:ext cx="96840" cy="128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BA829ED-1636-584E-FD7D-5E73FA603F6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96407" y="1722224"/>
                  <a:ext cx="1324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605D16D-F6F2-64E4-F8C5-A263B2C349E8}"/>
                    </a:ext>
                  </a:extLst>
                </p14:cNvPr>
                <p14:cNvContentPartPr/>
                <p14:nvPr/>
              </p14:nvContentPartPr>
              <p14:xfrm>
                <a:off x="7404367" y="2735624"/>
                <a:ext cx="105480" cy="203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605D16D-F6F2-64E4-F8C5-A263B2C349E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386367" y="2717984"/>
                  <a:ext cx="141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48D9577-A5C9-D84A-E05D-849E4844AD80}"/>
                    </a:ext>
                  </a:extLst>
                </p14:cNvPr>
                <p14:cNvContentPartPr/>
                <p14:nvPr/>
              </p14:nvContentPartPr>
              <p14:xfrm>
                <a:off x="7573927" y="2660024"/>
                <a:ext cx="120600" cy="168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48D9577-A5C9-D84A-E05D-849E4844AD8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556287" y="2642024"/>
                  <a:ext cx="156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F48FD80-5FEA-69C0-6B0F-23D74EB44F38}"/>
                    </a:ext>
                  </a:extLst>
                </p14:cNvPr>
                <p14:cNvContentPartPr/>
                <p14:nvPr/>
              </p14:nvContentPartPr>
              <p14:xfrm>
                <a:off x="7559527" y="2725544"/>
                <a:ext cx="95400" cy="84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F48FD80-5FEA-69C0-6B0F-23D74EB44F3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41527" y="2707544"/>
                  <a:ext cx="131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54105FD-6ABB-8BA8-B310-5FA219847729}"/>
                    </a:ext>
                  </a:extLst>
                </p14:cNvPr>
                <p14:cNvContentPartPr/>
                <p14:nvPr/>
              </p14:nvContentPartPr>
              <p14:xfrm>
                <a:off x="7679767" y="2484344"/>
                <a:ext cx="257400" cy="353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54105FD-6ABB-8BA8-B310-5FA21984772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61767" y="2466704"/>
                  <a:ext cx="2930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B54E1D0-4831-9DB3-3429-14FCD68CD2A8}"/>
                    </a:ext>
                  </a:extLst>
                </p14:cNvPr>
                <p14:cNvContentPartPr/>
                <p14:nvPr/>
              </p14:nvContentPartPr>
              <p14:xfrm>
                <a:off x="7864087" y="2490824"/>
                <a:ext cx="109440" cy="161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B54E1D0-4831-9DB3-3429-14FCD68CD2A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846087" y="2472824"/>
                  <a:ext cx="145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9CEA746-025F-74A7-4C7D-DBA7F5766D1D}"/>
                    </a:ext>
                  </a:extLst>
                </p14:cNvPr>
                <p14:cNvContentPartPr/>
                <p14:nvPr/>
              </p14:nvContentPartPr>
              <p14:xfrm>
                <a:off x="8110327" y="2446904"/>
                <a:ext cx="73800" cy="121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9CEA746-025F-74A7-4C7D-DBA7F5766D1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92327" y="2428904"/>
                  <a:ext cx="109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2D56211-D343-A77D-2A76-0A8991DAC5F9}"/>
                    </a:ext>
                  </a:extLst>
                </p14:cNvPr>
                <p14:cNvContentPartPr/>
                <p14:nvPr/>
              </p14:nvContentPartPr>
              <p14:xfrm>
                <a:off x="8173687" y="2222624"/>
                <a:ext cx="108720" cy="87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2D56211-D343-A77D-2A76-0A8991DAC5F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56047" y="2204624"/>
                  <a:ext cx="144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A2516EE-FA2E-F4A9-4116-340D52F4C87D}"/>
                    </a:ext>
                  </a:extLst>
                </p14:cNvPr>
                <p14:cNvContentPartPr/>
                <p14:nvPr/>
              </p14:nvContentPartPr>
              <p14:xfrm>
                <a:off x="8198887" y="2280584"/>
                <a:ext cx="98640" cy="166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A2516EE-FA2E-F4A9-4116-340D52F4C87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180887" y="2262944"/>
                  <a:ext cx="134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7421449-6FCF-D10B-EEAF-C3396EE422ED}"/>
                    </a:ext>
                  </a:extLst>
                </p14:cNvPr>
                <p14:cNvContentPartPr/>
                <p14:nvPr/>
              </p14:nvContentPartPr>
              <p14:xfrm>
                <a:off x="8315167" y="2239184"/>
                <a:ext cx="67320" cy="124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7421449-6FCF-D10B-EEAF-C3396EE422E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297527" y="2221544"/>
                  <a:ext cx="102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DC88B8-A3E9-C578-F331-9D48CE55FE6C}"/>
                    </a:ext>
                  </a:extLst>
                </p14:cNvPr>
                <p14:cNvContentPartPr/>
                <p14:nvPr/>
              </p14:nvContentPartPr>
              <p14:xfrm>
                <a:off x="8277727" y="2005544"/>
                <a:ext cx="369720" cy="489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DC88B8-A3E9-C578-F331-9D48CE55FE6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59727" y="1987544"/>
                  <a:ext cx="40536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3E5E6A-AA85-BF9F-0EF5-344F90750CF3}"/>
                    </a:ext>
                  </a:extLst>
                </p14:cNvPr>
                <p14:cNvContentPartPr/>
                <p14:nvPr/>
              </p14:nvContentPartPr>
              <p14:xfrm>
                <a:off x="7441087" y="2469584"/>
                <a:ext cx="57240" cy="90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3E5E6A-AA85-BF9F-0EF5-344F90750CF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423087" y="2451944"/>
                  <a:ext cx="92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2D52024-9806-5746-C95D-365516421631}"/>
                    </a:ext>
                  </a:extLst>
                </p14:cNvPr>
                <p14:cNvContentPartPr/>
                <p14:nvPr/>
              </p14:nvContentPartPr>
              <p14:xfrm>
                <a:off x="6781927" y="1908344"/>
                <a:ext cx="82440" cy="84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2D52024-9806-5746-C95D-36551642163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64287" y="1890344"/>
                  <a:ext cx="118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E2AF67-F1F9-6D73-F9C4-5D3F4410E16B}"/>
                    </a:ext>
                  </a:extLst>
                </p14:cNvPr>
                <p14:cNvContentPartPr/>
                <p14:nvPr/>
              </p14:nvContentPartPr>
              <p14:xfrm>
                <a:off x="6763567" y="1187624"/>
                <a:ext cx="127800" cy="212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E2AF67-F1F9-6D73-F9C4-5D3F4410E16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45567" y="1169624"/>
                  <a:ext cx="163440" cy="24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281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K₁ Extraction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10 / 11</a:t>
            </a:r>
            <a:endParaRPr lang="en-US" sz="900" dirty="0"/>
          </a:p>
        </p:txBody>
      </p:sp>
      <p:pic>
        <p:nvPicPr>
          <p:cNvPr id="5" name="Image 0" descr="/mnt/user-data/uploads/1776224047652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029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914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280160"/>
          <a:ext cx="3383280" cy="2285997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FEM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 (ref)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1083.75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param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1046.6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1046.2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PSt param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PSt 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0" y="36118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= Plane Stress   PSt = Plane Strain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74320" y="41605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&amp; Williams agree within 0.04% (PS) and 1.1% (PSt) — self-consistent fields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formulations within 5.8% of independently validated FEM reference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J-integral (r = 2 mm) diagnostic: 4.0% error — corroborates param result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consistent with published PINN fracture benchmarks (&lt; 5–8% accepted)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Further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11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 only — no mixed-mode or inclined cracks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LEFM valid only for a/W &lt; 0.30 (validated at 0.20)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assumed straight, through-thickness, perpendicular to load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isotropic material — no aggregate, creep, or softening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Half-domain symmetry requires crack to lie on symmetry 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0" cy="39319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11480" cy="4114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crack geometry (a, W, orientation) from rover camera image via segmentation + calibration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As of now this is done. Only integration remains.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331720"/>
            <a:ext cx="411480" cy="4114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2514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CV → PINN → K₁ → safety margin (K₁/K₁c) in one automated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411480" cy="4114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PINN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a/W as input one trained network covers full valid range without retraining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4069080"/>
            <a:ext cx="411480" cy="4114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4251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three-point bend tests on notched concrete beams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214</TotalTime>
  <Words>1984</Words>
  <Application>Microsoft Office PowerPoint</Application>
  <PresentationFormat>On-screen Show (16:9)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 Fracture Mechanics</dc:title>
  <dc:subject>PptxGenJS Presentation</dc:subject>
  <dc:creator>PptxGenJS</dc:creator>
  <cp:lastModifiedBy>Abijeet Rajasekaran</cp:lastModifiedBy>
  <cp:revision>6</cp:revision>
  <dcterms:created xsi:type="dcterms:W3CDTF">2026-04-15T03:37:36Z</dcterms:created>
  <dcterms:modified xsi:type="dcterms:W3CDTF">2026-04-30T07:04:45Z</dcterms:modified>
</cp:coreProperties>
</file>